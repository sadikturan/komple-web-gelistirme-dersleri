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125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117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1.xml"/>
  <Override ContentType="application/vnd.openxmlformats-officedocument.presentationml.notesSlide+xml" PartName="/ppt/notesSlides/notesSlide133.xml"/>
  <Override ContentType="application/vnd.openxmlformats-officedocument.presentationml.notesSlide+xml" PartName="/ppt/notesSlides/notesSlide109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07.xml"/>
  <Override ContentType="application/vnd.openxmlformats-officedocument.presentationml.notesSlide+xml" PartName="/ppt/notesSlides/notesSlide100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8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119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105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93.xml"/>
  <Override ContentType="application/vnd.openxmlformats-officedocument.presentationml.notesSlide+xml" PartName="/ppt/notesSlides/notesSlide87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123.xml"/>
  <Override ContentType="application/vnd.openxmlformats-officedocument.presentationml.notesSlide+xml" PartName="/ppt/notesSlides/notesSlide11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112.xml"/>
  <Override ContentType="application/vnd.openxmlformats-officedocument.presentationml.notesSlide+xml" PartName="/ppt/notesSlides/notesSlide103.xml"/>
  <Override ContentType="application/vnd.openxmlformats-officedocument.presentationml.notesSlide+xml" PartName="/ppt/notesSlides/notesSlide97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9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120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29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131.xml"/>
  <Override ContentType="application/vnd.openxmlformats-officedocument.presentationml.notesSlide+xml" PartName="/ppt/notesSlides/notesSlide127.xml"/>
  <Override ContentType="application/vnd.openxmlformats-officedocument.presentationml.notesSlide+xml" PartName="/ppt/notesSlides/notesSlide114.xml"/>
  <Override ContentType="application/vnd.openxmlformats-officedocument.presentationml.notesSlide+xml" PartName="/ppt/notesSlides/notesSlide101.xml"/>
  <Override ContentType="application/vnd.openxmlformats-officedocument.presentationml.notesSlide+xml" PartName="/ppt/notesSlides/notesSlide95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92.xml"/>
  <Override ContentType="application/vnd.openxmlformats-officedocument.presentationml.notesSlide+xml" PartName="/ppt/notesSlides/notesSlide84.xml"/>
  <Override ContentType="application/vnd.openxmlformats-officedocument.presentationml.notesSlide+xml" PartName="/ppt/notesSlides/notesSlide116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24.xml"/>
  <Override ContentType="application/vnd.openxmlformats-officedocument.presentationml.notesSlide+xml" PartName="/ppt/notesSlides/notesSlide126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9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108.xml"/>
  <Override ContentType="application/vnd.openxmlformats-officedocument.presentationml.notesSlide+xml" PartName="/ppt/notesSlides/notesSlide90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86.xml"/>
  <Override ContentType="application/vnd.openxmlformats-officedocument.presentationml.notesSlide+xml" PartName="/ppt/notesSlides/notesSlide106.xml"/>
  <Override ContentType="application/vnd.openxmlformats-officedocument.presentationml.notesSlide+xml" PartName="/ppt/notesSlides/notesSlide99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122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118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8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1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13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98.xml"/>
  <Override ContentType="application/vnd.openxmlformats-officedocument.presentationml.notesSlide+xml" PartName="/ppt/notesSlides/notesSlide104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3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21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8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132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96.xml"/>
  <Override ContentType="application/vnd.openxmlformats-officedocument.presentationml.notesSlide+xml" PartName="/ppt/notesSlides/notesSlide102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83.xml"/>
  <Override ContentType="application/vnd.openxmlformats-officedocument.presentationml.notesSlide+xml" PartName="/ppt/notesSlides/notesSlide115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21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86.xml"/>
  <Override ContentType="application/vnd.openxmlformats-officedocument.presentationml.slide+xml" PartName="/ppt/slides/slide35.xml"/>
  <Override ContentType="application/vnd.openxmlformats-officedocument.presentationml.slide+xml" PartName="/ppt/slides/slide105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13.xml"/>
  <Override ContentType="application/vnd.openxmlformats-officedocument.presentationml.slide+xml" PartName="/ppt/slides/slide68.xml"/>
  <Override ContentType="application/vnd.openxmlformats-officedocument.presentationml.slide+xml" PartName="/ppt/slides/slide94.xml"/>
  <Override ContentType="application/vnd.openxmlformats-officedocument.presentationml.slide+xml" PartName="/ppt/slides/slide84.xml"/>
  <Override ContentType="application/vnd.openxmlformats-officedocument.presentationml.slide+xml" PartName="/ppt/slides/slide107.xml"/>
  <Override ContentType="application/vnd.openxmlformats-officedocument.presentationml.slide+xml" PartName="/ppt/slides/slide37.xml"/>
  <Override ContentType="application/vnd.openxmlformats-officedocument.presentationml.slide+xml" PartName="/ppt/slides/slide123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111.xml"/>
  <Override ContentType="application/vnd.openxmlformats-officedocument.presentationml.slide+xml" PartName="/ppt/slides/slide53.xml"/>
  <Override ContentType="application/vnd.openxmlformats-officedocument.presentationml.slide+xml" PartName="/ppt/slides/slide96.xml"/>
  <Override ContentType="application/vnd.openxmlformats-officedocument.presentationml.slide+xml" PartName="/ppt/slides/slide48.xml"/>
  <Override ContentType="application/vnd.openxmlformats-officedocument.presentationml.slide+xml" PartName="/ppt/slides/slide22.xml"/>
  <Override ContentType="application/vnd.openxmlformats-officedocument.presentationml.slide+xml" PartName="/ppt/slides/slide82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18.xml"/>
  <Override ContentType="application/vnd.openxmlformats-officedocument.presentationml.slide+xml" PartName="/ppt/slides/slide12.xml"/>
  <Override ContentType="application/vnd.openxmlformats-officedocument.presentationml.slide+xml" PartName="/ppt/slides/slide108.xml"/>
  <Override ContentType="application/vnd.openxmlformats-officedocument.presentationml.slide+xml" PartName="/ppt/slides/slide98.xml"/>
  <Override ContentType="application/vnd.openxmlformats-officedocument.presentationml.slide+xml" PartName="/ppt/slides/slide125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89.xml"/>
  <Override ContentType="application/vnd.openxmlformats-officedocument.presentationml.slide+xml" PartName="/ppt/slides/slide76.xml"/>
  <Override ContentType="application/vnd.openxmlformats-officedocument.presentationml.slide+xml" PartName="/ppt/slides/slide129.xml"/>
  <Override ContentType="application/vnd.openxmlformats-officedocument.presentationml.slide+xml" PartName="/ppt/slides/slide63.xml"/>
  <Override ContentType="application/vnd.openxmlformats-officedocument.presentationml.slide+xml" PartName="/ppt/slides/slide131.xml"/>
  <Override ContentType="application/vnd.openxmlformats-officedocument.presentationml.slide+xml" PartName="/ppt/slides/slide93.xml"/>
  <Override ContentType="application/vnd.openxmlformats-officedocument.presentationml.slide+xml" PartName="/ppt/slides/slide101.xml"/>
  <Override ContentType="application/vnd.openxmlformats-officedocument.presentationml.slide+xml" PartName="/ppt/slides/slide116.xml"/>
  <Override ContentType="application/vnd.openxmlformats-officedocument.presentationml.slide+xml" PartName="/ppt/slides/slide80.xml"/>
  <Override ContentType="application/vnd.openxmlformats-officedocument.presentationml.slide+xml" PartName="/ppt/slides/slide103.xml"/>
  <Override ContentType="application/vnd.openxmlformats-officedocument.presentationml.slide+xml" PartName="/ppt/slides/slide61.xml"/>
  <Override ContentType="application/vnd.openxmlformats-officedocument.presentationml.slide+xml" PartName="/ppt/slides/slide133.xml"/>
  <Override ContentType="application/vnd.openxmlformats-officedocument.presentationml.slide+xml" PartName="/ppt/slides/slide91.xml"/>
  <Override ContentType="application/vnd.openxmlformats-officedocument.presentationml.slide+xml" PartName="/ppt/slides/slide114.xml"/>
  <Override ContentType="application/vnd.openxmlformats-officedocument.presentationml.slide+xml" PartName="/ppt/slides/slide31.xml"/>
  <Override ContentType="application/vnd.openxmlformats-officedocument.presentationml.slide+xml" PartName="/ppt/slides/slide127.xml"/>
  <Override ContentType="application/vnd.openxmlformats-officedocument.presentationml.slide+xml" PartName="/ppt/slides/slide120.xml"/>
  <Override ContentType="application/vnd.openxmlformats-officedocument.presentationml.slide+xml" PartName="/ppt/slides/slide87.xml"/>
  <Override ContentType="application/vnd.openxmlformats-officedocument.presentationml.slide+xml" PartName="/ppt/slides/slide74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12.xml"/>
  <Override ContentType="application/vnd.openxmlformats-officedocument.presentationml.slide+xml" PartName="/ppt/slides/slide95.xml"/>
  <Override ContentType="application/vnd.openxmlformats-officedocument.presentationml.slide+xml" PartName="/ppt/slides/slide69.xml"/>
  <Override ContentType="application/vnd.openxmlformats-officedocument.presentationml.slide+xml" PartName="/ppt/slides/slide85.xml"/>
  <Override ContentType="application/vnd.openxmlformats-officedocument.presentationml.slide+xml" PartName="/ppt/slides/slide42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122.xml"/>
  <Override ContentType="application/vnd.openxmlformats-officedocument.presentationml.slide+xml" PartName="/ppt/slides/slide130.xml"/>
  <Override ContentType="application/vnd.openxmlformats-officedocument.presentationml.slide+xml" PartName="/ppt/slides/slide16.xml"/>
  <Override ContentType="application/vnd.openxmlformats-officedocument.presentationml.slide+xml" PartName="/ppt/slides/slide104.xml"/>
  <Override ContentType="application/vnd.openxmlformats-officedocument.presentationml.slide+xml" PartName="/ppt/slides/slide24.xml"/>
  <Override ContentType="application/vnd.openxmlformats-officedocument.presentationml.slide+xml" PartName="/ppt/slides/slide97.xml"/>
  <Override ContentType="application/vnd.openxmlformats-officedocument.presentationml.slide+xml" PartName="/ppt/slides/slide11.xml"/>
  <Override ContentType="application/vnd.openxmlformats-officedocument.presentationml.slide+xml" PartName="/ppt/slides/slide110.xml"/>
  <Override ContentType="application/vnd.openxmlformats-officedocument.presentationml.slide+xml" PartName="/ppt/slides/slide6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79.xml"/>
  <Override ContentType="application/vnd.openxmlformats-officedocument.presentationml.slide+xml" PartName="/ppt/slides/slide49.xml"/>
  <Override ContentType="application/vnd.openxmlformats-officedocument.presentationml.slide+xml" PartName="/ppt/slides/slide124.xml"/>
  <Override ContentType="application/vnd.openxmlformats-officedocument.presentationml.slide+xml" PartName="/ppt/slides/slide83.xml"/>
  <Override ContentType="application/vnd.openxmlformats-officedocument.presentationml.slide+xml" PartName="/ppt/slides/slide106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119.xml"/>
  <Override ContentType="application/vnd.openxmlformats-officedocument.presentationml.slide+xml" PartName="/ppt/slides/slide40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126.xml"/>
  <Override ContentType="application/vnd.openxmlformats-officedocument.presentationml.slide+xml" PartName="/ppt/slides/slide109.xml"/>
  <Override ContentType="application/vnd.openxmlformats-officedocument.presentationml.slide+xml" PartName="/ppt/slides/slide99.xml"/>
  <Override ContentType="application/vnd.openxmlformats-officedocument.presentationml.slide+xml" PartName="/ppt/slides/slide3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47.xml"/>
  <Override ContentType="application/vnd.openxmlformats-officedocument.presentationml.slide+xml" PartName="/ppt/slides/slide21.xml"/>
  <Override ContentType="application/vnd.openxmlformats-officedocument.presentationml.slide+xml" PartName="/ppt/slides/slide100.xml"/>
  <Override ContentType="application/vnd.openxmlformats-officedocument.presentationml.slide+xml" PartName="/ppt/slides/slide64.xml"/>
  <Override ContentType="application/vnd.openxmlformats-officedocument.presentationml.slide+xml" PartName="/ppt/slides/slide81.xml"/>
  <Override ContentType="application/vnd.openxmlformats-officedocument.presentationml.slide+xml" PartName="/ppt/slides/slide90.xml"/>
  <Override ContentType="application/vnd.openxmlformats-officedocument.presentationml.slide+xml" PartName="/ppt/slides/slide8.xml"/>
  <Override ContentType="application/vnd.openxmlformats-officedocument.presentationml.slide+xml" PartName="/ppt/slides/slide117.xml"/>
  <Override ContentType="application/vnd.openxmlformats-officedocument.presentationml.slide+xml" PartName="/ppt/slides/slide132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88.xml"/>
  <Override ContentType="application/vnd.openxmlformats-officedocument.presentationml.slide+xml" PartName="/ppt/slides/slide128.xml"/>
  <Override ContentType="application/vnd.openxmlformats-officedocument.presentationml.slide+xml" PartName="/ppt/slides/slide92.xml"/>
  <Override ContentType="application/vnd.openxmlformats-officedocument.presentationml.slide+xml" PartName="/ppt/slides/slide115.xml"/>
  <Override ContentType="application/vnd.openxmlformats-officedocument.presentationml.slide+xml" PartName="/ppt/slides/slide102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140" roundtripDataSignature="AMtx7mjQUplixMfTHqtbBrVmfMnMJRDfS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E228032-893A-4CB6-8A92-B825CBA227A9}">
  <a:tblStyle styleId="{5E228032-893A-4CB6-8A92-B825CBA227A9}" styleName="Table_0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9EFF7"/>
          </a:solidFill>
        </a:fill>
      </a:tcStyle>
    </a:wholeTbl>
    <a:band1H>
      <a:tcTxStyle/>
      <a:tcStyle>
        <a:fill>
          <a:solidFill>
            <a:srgbClr val="D0DEEF"/>
          </a:solidFill>
        </a:fill>
      </a:tcStyle>
    </a:band1H>
    <a:band2H>
      <a:tcTxStyle/>
    </a:band2H>
    <a:band1V>
      <a:tcTxStyle/>
      <a:tcStyle>
        <a:fill>
          <a:solidFill>
            <a:srgbClr val="D0DEEF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rgbClr val="FFFFFF"/>
      </a:tcTxStyle>
      <a:tcStyle>
        <a:fill>
          <a:solidFill>
            <a:srgbClr val="5B9BD5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fill>
          <a:solidFill>
            <a:srgbClr val="5B9BD5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top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5B9BD5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bottom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5B9BD5"/>
          </a:solidFill>
        </a:fill>
      </a:tcStyle>
    </a:firstRow>
    <a:neCell>
      <a:tcTxStyle/>
    </a:neCell>
    <a:nwCell>
      <a:tcTxStyle/>
    </a:nwCell>
  </a:tblStyle>
  <a:tblStyle styleId="{82A94104-4315-4055-9CD6-DEB7BFCC549C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07" Type="http://schemas.openxmlformats.org/officeDocument/2006/relationships/slide" Target="slides/slide101.xml"/><Relationship Id="rId106" Type="http://schemas.openxmlformats.org/officeDocument/2006/relationships/slide" Target="slides/slide100.xml"/><Relationship Id="rId105" Type="http://schemas.openxmlformats.org/officeDocument/2006/relationships/slide" Target="slides/slide99.xml"/><Relationship Id="rId104" Type="http://schemas.openxmlformats.org/officeDocument/2006/relationships/slide" Target="slides/slide98.xml"/><Relationship Id="rId109" Type="http://schemas.openxmlformats.org/officeDocument/2006/relationships/slide" Target="slides/slide103.xml"/><Relationship Id="rId108" Type="http://schemas.openxmlformats.org/officeDocument/2006/relationships/slide" Target="slides/slide102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103" Type="http://schemas.openxmlformats.org/officeDocument/2006/relationships/slide" Target="slides/slide97.xml"/><Relationship Id="rId102" Type="http://schemas.openxmlformats.org/officeDocument/2006/relationships/slide" Target="slides/slide96.xml"/><Relationship Id="rId101" Type="http://schemas.openxmlformats.org/officeDocument/2006/relationships/slide" Target="slides/slide95.xml"/><Relationship Id="rId100" Type="http://schemas.openxmlformats.org/officeDocument/2006/relationships/slide" Target="slides/slide94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29" Type="http://schemas.openxmlformats.org/officeDocument/2006/relationships/slide" Target="slides/slide123.xml"/><Relationship Id="rId128" Type="http://schemas.openxmlformats.org/officeDocument/2006/relationships/slide" Target="slides/slide122.xml"/><Relationship Id="rId127" Type="http://schemas.openxmlformats.org/officeDocument/2006/relationships/slide" Target="slides/slide121.xml"/><Relationship Id="rId126" Type="http://schemas.openxmlformats.org/officeDocument/2006/relationships/slide" Target="slides/slide120.xml"/><Relationship Id="rId26" Type="http://schemas.openxmlformats.org/officeDocument/2006/relationships/slide" Target="slides/slide20.xml"/><Relationship Id="rId121" Type="http://schemas.openxmlformats.org/officeDocument/2006/relationships/slide" Target="slides/slide115.xml"/><Relationship Id="rId25" Type="http://schemas.openxmlformats.org/officeDocument/2006/relationships/slide" Target="slides/slide19.xml"/><Relationship Id="rId120" Type="http://schemas.openxmlformats.org/officeDocument/2006/relationships/slide" Target="slides/slide114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125" Type="http://schemas.openxmlformats.org/officeDocument/2006/relationships/slide" Target="slides/slide119.xml"/><Relationship Id="rId29" Type="http://schemas.openxmlformats.org/officeDocument/2006/relationships/slide" Target="slides/slide23.xml"/><Relationship Id="rId124" Type="http://schemas.openxmlformats.org/officeDocument/2006/relationships/slide" Target="slides/slide118.xml"/><Relationship Id="rId123" Type="http://schemas.openxmlformats.org/officeDocument/2006/relationships/slide" Target="slides/slide117.xml"/><Relationship Id="rId122" Type="http://schemas.openxmlformats.org/officeDocument/2006/relationships/slide" Target="slides/slide116.xml"/><Relationship Id="rId95" Type="http://schemas.openxmlformats.org/officeDocument/2006/relationships/slide" Target="slides/slide89.xml"/><Relationship Id="rId94" Type="http://schemas.openxmlformats.org/officeDocument/2006/relationships/slide" Target="slides/slide88.xml"/><Relationship Id="rId97" Type="http://schemas.openxmlformats.org/officeDocument/2006/relationships/slide" Target="slides/slide91.xml"/><Relationship Id="rId96" Type="http://schemas.openxmlformats.org/officeDocument/2006/relationships/slide" Target="slides/slide90.xml"/><Relationship Id="rId11" Type="http://schemas.openxmlformats.org/officeDocument/2006/relationships/slide" Target="slides/slide5.xml"/><Relationship Id="rId99" Type="http://schemas.openxmlformats.org/officeDocument/2006/relationships/slide" Target="slides/slide93.xml"/><Relationship Id="rId10" Type="http://schemas.openxmlformats.org/officeDocument/2006/relationships/slide" Target="slides/slide4.xml"/><Relationship Id="rId98" Type="http://schemas.openxmlformats.org/officeDocument/2006/relationships/slide" Target="slides/slide92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91" Type="http://schemas.openxmlformats.org/officeDocument/2006/relationships/slide" Target="slides/slide85.xml"/><Relationship Id="rId90" Type="http://schemas.openxmlformats.org/officeDocument/2006/relationships/slide" Target="slides/slide84.xml"/><Relationship Id="rId93" Type="http://schemas.openxmlformats.org/officeDocument/2006/relationships/slide" Target="slides/slide87.xml"/><Relationship Id="rId92" Type="http://schemas.openxmlformats.org/officeDocument/2006/relationships/slide" Target="slides/slide86.xml"/><Relationship Id="rId118" Type="http://schemas.openxmlformats.org/officeDocument/2006/relationships/slide" Target="slides/slide112.xml"/><Relationship Id="rId117" Type="http://schemas.openxmlformats.org/officeDocument/2006/relationships/slide" Target="slides/slide111.xml"/><Relationship Id="rId116" Type="http://schemas.openxmlformats.org/officeDocument/2006/relationships/slide" Target="slides/slide110.xml"/><Relationship Id="rId115" Type="http://schemas.openxmlformats.org/officeDocument/2006/relationships/slide" Target="slides/slide109.xml"/><Relationship Id="rId119" Type="http://schemas.openxmlformats.org/officeDocument/2006/relationships/slide" Target="slides/slide113.xml"/><Relationship Id="rId15" Type="http://schemas.openxmlformats.org/officeDocument/2006/relationships/slide" Target="slides/slide9.xml"/><Relationship Id="rId110" Type="http://schemas.openxmlformats.org/officeDocument/2006/relationships/slide" Target="slides/slide104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14" Type="http://schemas.openxmlformats.org/officeDocument/2006/relationships/slide" Target="slides/slide108.xml"/><Relationship Id="rId18" Type="http://schemas.openxmlformats.org/officeDocument/2006/relationships/slide" Target="slides/slide12.xml"/><Relationship Id="rId113" Type="http://schemas.openxmlformats.org/officeDocument/2006/relationships/slide" Target="slides/slide107.xml"/><Relationship Id="rId112" Type="http://schemas.openxmlformats.org/officeDocument/2006/relationships/slide" Target="slides/slide106.xml"/><Relationship Id="rId111" Type="http://schemas.openxmlformats.org/officeDocument/2006/relationships/slide" Target="slides/slide105.xml"/><Relationship Id="rId84" Type="http://schemas.openxmlformats.org/officeDocument/2006/relationships/slide" Target="slides/slide78.xml"/><Relationship Id="rId83" Type="http://schemas.openxmlformats.org/officeDocument/2006/relationships/slide" Target="slides/slide77.xml"/><Relationship Id="rId86" Type="http://schemas.openxmlformats.org/officeDocument/2006/relationships/slide" Target="slides/slide80.xml"/><Relationship Id="rId85" Type="http://schemas.openxmlformats.org/officeDocument/2006/relationships/slide" Target="slides/slide79.xml"/><Relationship Id="rId88" Type="http://schemas.openxmlformats.org/officeDocument/2006/relationships/slide" Target="slides/slide82.xml"/><Relationship Id="rId87" Type="http://schemas.openxmlformats.org/officeDocument/2006/relationships/slide" Target="slides/slide81.xml"/><Relationship Id="rId89" Type="http://schemas.openxmlformats.org/officeDocument/2006/relationships/slide" Target="slides/slide83.xml"/><Relationship Id="rId80" Type="http://schemas.openxmlformats.org/officeDocument/2006/relationships/slide" Target="slides/slide74.xml"/><Relationship Id="rId82" Type="http://schemas.openxmlformats.org/officeDocument/2006/relationships/slide" Target="slides/slide76.xml"/><Relationship Id="rId81" Type="http://schemas.openxmlformats.org/officeDocument/2006/relationships/slide" Target="slides/slide7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40" Type="http://customschemas.google.com/relationships/presentationmetadata" Target="meta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73" Type="http://schemas.openxmlformats.org/officeDocument/2006/relationships/slide" Target="slides/slide67.xml"/><Relationship Id="rId72" Type="http://schemas.openxmlformats.org/officeDocument/2006/relationships/slide" Target="slides/slide66.xml"/><Relationship Id="rId75" Type="http://schemas.openxmlformats.org/officeDocument/2006/relationships/slide" Target="slides/slide69.xml"/><Relationship Id="rId74" Type="http://schemas.openxmlformats.org/officeDocument/2006/relationships/slide" Target="slides/slide68.xml"/><Relationship Id="rId77" Type="http://schemas.openxmlformats.org/officeDocument/2006/relationships/slide" Target="slides/slide71.xml"/><Relationship Id="rId76" Type="http://schemas.openxmlformats.org/officeDocument/2006/relationships/slide" Target="slides/slide70.xml"/><Relationship Id="rId79" Type="http://schemas.openxmlformats.org/officeDocument/2006/relationships/slide" Target="slides/slide73.xml"/><Relationship Id="rId78" Type="http://schemas.openxmlformats.org/officeDocument/2006/relationships/slide" Target="slides/slide72.xml"/><Relationship Id="rId71" Type="http://schemas.openxmlformats.org/officeDocument/2006/relationships/slide" Target="slides/slide65.xml"/><Relationship Id="rId70" Type="http://schemas.openxmlformats.org/officeDocument/2006/relationships/slide" Target="slides/slide64.xml"/><Relationship Id="rId139" Type="http://schemas.openxmlformats.org/officeDocument/2006/relationships/slide" Target="slides/slide133.xml"/><Relationship Id="rId138" Type="http://schemas.openxmlformats.org/officeDocument/2006/relationships/slide" Target="slides/slide132.xml"/><Relationship Id="rId137" Type="http://schemas.openxmlformats.org/officeDocument/2006/relationships/slide" Target="slides/slide131.xml"/><Relationship Id="rId132" Type="http://schemas.openxmlformats.org/officeDocument/2006/relationships/slide" Target="slides/slide126.xml"/><Relationship Id="rId131" Type="http://schemas.openxmlformats.org/officeDocument/2006/relationships/slide" Target="slides/slide125.xml"/><Relationship Id="rId130" Type="http://schemas.openxmlformats.org/officeDocument/2006/relationships/slide" Target="slides/slide124.xml"/><Relationship Id="rId136" Type="http://schemas.openxmlformats.org/officeDocument/2006/relationships/slide" Target="slides/slide130.xml"/><Relationship Id="rId135" Type="http://schemas.openxmlformats.org/officeDocument/2006/relationships/slide" Target="slides/slide129.xml"/><Relationship Id="rId134" Type="http://schemas.openxmlformats.org/officeDocument/2006/relationships/slide" Target="slides/slide128.xml"/><Relationship Id="rId133" Type="http://schemas.openxmlformats.org/officeDocument/2006/relationships/slide" Target="slides/slide127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66" Type="http://schemas.openxmlformats.org/officeDocument/2006/relationships/slide" Target="slides/slide60.xml"/><Relationship Id="rId65" Type="http://schemas.openxmlformats.org/officeDocument/2006/relationships/slide" Target="slides/slide59.xml"/><Relationship Id="rId68" Type="http://schemas.openxmlformats.org/officeDocument/2006/relationships/slide" Target="slides/slide62.xml"/><Relationship Id="rId67" Type="http://schemas.openxmlformats.org/officeDocument/2006/relationships/slide" Target="slides/slide61.xml"/><Relationship Id="rId60" Type="http://schemas.openxmlformats.org/officeDocument/2006/relationships/slide" Target="slides/slide54.xml"/><Relationship Id="rId69" Type="http://schemas.openxmlformats.org/officeDocument/2006/relationships/slide" Target="slides/slide6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55" Type="http://schemas.openxmlformats.org/officeDocument/2006/relationships/slide" Target="slides/slide49.xml"/><Relationship Id="rId54" Type="http://schemas.openxmlformats.org/officeDocument/2006/relationships/slide" Target="slides/slide48.xml"/><Relationship Id="rId57" Type="http://schemas.openxmlformats.org/officeDocument/2006/relationships/slide" Target="slides/slide51.xml"/><Relationship Id="rId56" Type="http://schemas.openxmlformats.org/officeDocument/2006/relationships/slide" Target="slides/slide50.xml"/><Relationship Id="rId59" Type="http://schemas.openxmlformats.org/officeDocument/2006/relationships/slide" Target="slides/slide53.xml"/><Relationship Id="rId58" Type="http://schemas.openxmlformats.org/officeDocument/2006/relationships/slide" Target="slides/slide5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tr-T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4d9c7f49ce_2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g34d9c7f49ce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g34d9c7f49ce_2_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4d9c7f49ce_2_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" name="Google Shape;93;g34d9c7f49ce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g34d9c7f49ce_2_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4d9c7f49ce_2_2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g34d9c7f49ce_2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g34d9c7f49ce_2_2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4d9c7f49ce_2_4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4d9c7f49ce_2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g34d9c7f49ce_2_4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4d9c7f49ce_2_5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g34d9c7f49ce_2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g34d9c7f49ce_2_58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4d9c7f49ce_2_8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g34d9c7f49ce_2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g34d9c7f49ce_2_8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4d9c7f49ce_2_8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8" name="Google Shape;178;g34d9c7f49ce_2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g34d9c7f49ce_2_8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4d9c7f49ce_2_9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g34d9c7f49ce_2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g34d9c7f49ce_2_9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4d9c7f49ce_2_1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4d9c7f49ce_2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g34d9c7f49ce_2_11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4d9c7f49ce_2_13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5" name="Google Shape;225;g34d9c7f49ce_2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g34d9c7f49ce_2_13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4d9c7f49ce_2_14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0" name="Google Shape;240;g34d9c7f49ce_2_1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g34d9c7f49ce_2_14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4d9c7f49ce_2_1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g34d9c7f49ce_2_1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g34d9c7f49ce_2_15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4d9c7f49ce_2_16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6" name="Google Shape;266;g34d9c7f49ce_2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g34d9c7f49ce_2_168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4d9c7f49ce_2_19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g34d9c7f49ce_2_1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g34d9c7f49ce_2_19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4d9c7f49ce_2_21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9" name="Google Shape;319;g34d9c7f49ce_2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g34d9c7f49ce_2_219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4d9c7f49ce_2_22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6" name="Google Shape;326;g34d9c7f49ce_2_2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g34d9c7f49ce_2_22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4d9c7f49ce_2_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2" name="Google Shape;352;g34d9c7f49ce_2_2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g34d9c7f49ce_2_25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4d9c7f49ce_2_25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9" name="Google Shape;359;g34d9c7f49ce_2_2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g34d9c7f49ce_2_25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34d9c7f49ce_2_26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2" name="Google Shape;372;g34d9c7f49ce_2_2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g34d9c7f49ce_2_268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4d9c7f49ce_2_27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9" name="Google Shape;379;g34d9c7f49ce_2_2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g34d9c7f49ce_2_27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4d9c7f49ce_2_28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2" name="Google Shape;392;g34d9c7f49ce_2_2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g34d9c7f49ce_2_28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4d9c7f49ce_2_30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g34d9c7f49ce_2_3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g34d9c7f49ce_2_30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34d9c7f49ce_2_3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7" name="Google Shape;417;g34d9c7f49ce_2_3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g34d9c7f49ce_2_309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4d9c7f49ce_2_33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7" name="Google Shape;447;g34d9c7f49ce_2_3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8" name="Google Shape;448;g34d9c7f49ce_2_338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34d9c7f49ce_2_34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4" name="Google Shape;454;g34d9c7f49ce_2_3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g34d9c7f49ce_2_34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g34d9c7f49ce_2_37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7" name="Google Shape;487;g34d9c7f49ce_2_3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" name="Google Shape;488;g34d9c7f49ce_2_37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4d9c7f49ce_2_38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4" name="Google Shape;494;g34d9c7f49ce_2_3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g34d9c7f49ce_2_38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34d9c7f49ce_2_41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1" name="Google Shape;531;g34d9c7f49ce_2_4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2" name="Google Shape;532;g34d9c7f49ce_2_418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g34d9c7f49ce_2_42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8" name="Google Shape;538;g34d9c7f49ce_2_4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g34d9c7f49ce_2_42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g34d9c7f49ce_2_43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6" name="Google Shape;546;g34d9c7f49ce_2_4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7" name="Google Shape;547;g34d9c7f49ce_2_43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34d9c7f49ce_2_43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3" name="Google Shape;553;g34d9c7f49ce_2_4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g34d9c7f49ce_2_43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4d9c7f49ce_2_4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7" name="Google Shape;567;g34d9c7f49ce_2_4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8" name="Google Shape;568;g34d9c7f49ce_2_45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g34d9c7f49ce_2_46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1" name="Google Shape;581;g34d9c7f49ce_2_4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2" name="Google Shape;582;g34d9c7f49ce_2_46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g34d9c7f49ce_2_47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4" name="Google Shape;594;g34d9c7f49ce_2_4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5" name="Google Shape;595;g34d9c7f49ce_2_47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4d9c7f49ce_2_48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4d9c7f49ce_2_4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2" name="Google Shape;602;g34d9c7f49ce_2_48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34d9c7f49ce_2_49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8" name="Google Shape;618;g34d9c7f49ce_2_4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9" name="Google Shape;619;g34d9c7f49ce_2_49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4d9c7f49ce_2_50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34d9c7f49ce_2_5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6" name="Google Shape;626;g34d9c7f49ce_2_50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34d9c7f49ce_2_52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6" name="Google Shape;646;g34d9c7f49ce_2_5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7" name="Google Shape;647;g34d9c7f49ce_2_52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g34d9c7f49ce_2_54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0" name="Google Shape;670;g34d9c7f49ce_2_5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g34d9c7f49ce_2_54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4d9c7f49ce_2_55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7" name="Google Shape;677;g34d9c7f49ce_2_5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8" name="Google Shape;678;g34d9c7f49ce_2_55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6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4d9c7f49ce_2_57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8" name="Google Shape;698;g34d9c7f49ce_2_5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9" name="Google Shape;699;g34d9c7f49ce_2_57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2" name="Shape 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Google Shape;723;g34d9c7f49ce_2_59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4" name="Google Shape;724;g34d9c7f49ce_2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5" name="Google Shape;725;g34d9c7f49ce_2_59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34d9c7f49ce_2_60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1" name="Google Shape;731;g34d9c7f49ce_2_6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2" name="Google Shape;732;g34d9c7f49ce_2_60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34d9c7f49ce_2_6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6" name="Google Shape;746;g34d9c7f49ce_2_6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7" name="Google Shape;747;g34d9c7f49ce_2_61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34d9c7f49ce_2_62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3" name="Google Shape;753;g34d9c7f49ce_2_6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4" name="Google Shape;754;g34d9c7f49ce_2_62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g34d9c7f49ce_2_63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1" name="Google Shape;761;g34d9c7f49ce_2_6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2" name="Google Shape;762;g34d9c7f49ce_2_63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g34d9c7f49ce_2_63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8" name="Google Shape;768;g34d9c7f49ce_2_6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9" name="Google Shape;769;g34d9c7f49ce_2_63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g34d9c7f49ce_2_66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6" name="Google Shape;796;g34d9c7f49ce_2_6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7" name="Google Shape;797;g34d9c7f49ce_2_66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4d9c7f49ce_2_68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2" name="Google Shape;822;g34d9c7f49ce_2_6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3" name="Google Shape;823;g34d9c7f49ce_2_688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9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g34d9c7f49ce_2_69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1" name="Google Shape;831;g34d9c7f49ce_2_6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2" name="Google Shape;832;g34d9c7f49ce_2_69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6" name="Shape 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Google Shape;837;g34d9c7f49ce_2_70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8" name="Google Shape;838;g34d9c7f49ce_2_7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9" name="Google Shape;839;g34d9c7f49ce_2_70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g34d9c7f49ce_2_72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9" name="Google Shape;859;g34d9c7f49ce_2_7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0" name="Google Shape;860;g34d9c7f49ce_2_72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8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g34d9c7f49ce_2_7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0" name="Google Shape;870;g34d9c7f49ce_2_7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1" name="Google Shape;871;g34d9c7f49ce_2_73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34d9c7f49ce_2_74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3" name="Google Shape;883;g34d9c7f49ce_2_7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4" name="Google Shape;884;g34d9c7f49ce_2_74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g34d9c7f49ce_2_75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5" name="Google Shape;895;g34d9c7f49ce_2_7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6" name="Google Shape;896;g34d9c7f49ce_2_75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g34d9c7f49ce_2_76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2" name="Google Shape;902;g34d9c7f49ce_2_7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3" name="Google Shape;903;g34d9c7f49ce_2_76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0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g34d9c7f49ce_2_78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2" name="Google Shape;922;g34d9c7f49ce_2_7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3" name="Google Shape;923;g34d9c7f49ce_2_78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2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g34d9c7f49ce_2_80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4" name="Google Shape;944;g34d9c7f49ce_2_8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5" name="Google Shape;945;g34d9c7f49ce_2_80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9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g34d9c7f49ce_2_8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1" name="Google Shape;961;g34d9c7f49ce_2_8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2" name="Google Shape;962;g34d9c7f49ce_2_81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6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34d9c7f49ce_2_82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8" name="Google Shape;968;g34d9c7f49ce_2_8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9" name="Google Shape;969;g34d9c7f49ce_2_82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5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34d9c7f49ce_2_8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7" name="Google Shape;997;g34d9c7f49ce_2_8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8" name="Google Shape;998;g34d9c7f49ce_2_85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1" name="Shape 1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g34d9c7f49ce_2_8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3" name="Google Shape;1013;g34d9c7f49ce_2_8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4" name="Google Shape;1014;g34d9c7f49ce_2_86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8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g34d9c7f49ce_2_87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20" name="Google Shape;1020;g34d9c7f49ce_2_8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1" name="Google Shape;1021;g34d9c7f49ce_2_87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5" name="Shape 1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Google Shape;1036;g34d9c7f49ce_2_88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7" name="Google Shape;1037;g34d9c7f49ce_2_8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8" name="Google Shape;1038;g34d9c7f49ce_2_888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5" name="Shape 1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Google Shape;1046;g34d9c7f49ce_2_89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7" name="Google Shape;1047;g34d9c7f49ce_2_8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8" name="Google Shape;1048;g34d9c7f49ce_2_89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2" name="Shape 10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Google Shape;1053;g34d9c7f49ce_2_90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4" name="Google Shape;1054;g34d9c7f49ce_2_9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5" name="Google Shape;1055;g34d9c7f49ce_2_90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5" name="Shape 10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6" name="Google Shape;1076;g34d9c7f49ce_2_92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77" name="Google Shape;1077;g34d9c7f49ce_2_9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8" name="Google Shape;1078;g34d9c7f49ce_2_92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2" name="Shape 10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Google Shape;1083;g34d9c7f49ce_2_93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4" name="Google Shape;1084;g34d9c7f49ce_2_9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5" name="Google Shape;1085;g34d9c7f49ce_2_93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9" name="Shape 10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Google Shape;1090;g34d9c7f49ce_2_93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1" name="Google Shape;1091;g34d9c7f49ce_2_9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2" name="Google Shape;1092;g34d9c7f49ce_2_93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4" name="Shape 1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Google Shape;1115;g34d9c7f49ce_2_96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6" name="Google Shape;1116;g34d9c7f49ce_2_9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7" name="Google Shape;1117;g34d9c7f49ce_2_96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1" name="Shape 1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Google Shape;1122;g34d9c7f49ce_2_96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3" name="Google Shape;1123;g34d9c7f49ce_2_9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4" name="Google Shape;1124;g34d9c7f49ce_2_96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2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g34d9c7f49ce_2_97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4" name="Google Shape;1134;g34d9c7f49ce_2_9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5" name="Google Shape;1135;g34d9c7f49ce_2_97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3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Google Shape;1144;g34d9c7f49ce_2_98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5" name="Google Shape;1145;g34d9c7f49ce_2_9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6" name="Google Shape;1146;g34d9c7f49ce_2_98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0" name="Shape 1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Google Shape;1151;g34d9c7f49ce_2_99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2" name="Google Shape;1152;g34d9c7f49ce_2_9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3" name="Google Shape;1153;g34d9c7f49ce_2_99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8" name="Shape 1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9" name="Google Shape;1159;g34d9c7f49ce_2_100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60" name="Google Shape;1160;g34d9c7f49ce_2_10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1" name="Google Shape;1161;g34d9c7f49ce_2_100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5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g34d9c7f49ce_2_100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67" name="Google Shape;1167;g34d9c7f49ce_2_10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8" name="Google Shape;1168;g34d9c7f49ce_2_100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2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g34d9c7f49ce_2_104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4" name="Google Shape;1204;g34d9c7f49ce_2_10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5" name="Google Shape;1205;g34d9c7f49ce_2_104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4" name="Shape 1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5" name="Google Shape;1235;g34d9c7f49ce_2_107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6" name="Google Shape;1236;g34d9c7f49ce_2_10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7" name="Google Shape;1237;g34d9c7f49ce_2_107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2" name="Shape 1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Google Shape;1263;g34d9c7f49ce_2_110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4" name="Google Shape;1264;g34d9c7f49ce_2_1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5" name="Google Shape;1265;g34d9c7f49ce_2_110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9" name="Shape 1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Google Shape;1270;g34d9c7f49ce_2_110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1" name="Google Shape;1271;g34d9c7f49ce_2_1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2" name="Google Shape;1272;g34d9c7f49ce_2_110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4" name="Shape 1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5" name="Google Shape;1305;g34d9c7f49ce_2_114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06" name="Google Shape;1306;g34d9c7f49ce_2_1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7" name="Google Shape;1307;g34d9c7f49ce_2_114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g34d9c7f49ce_2_114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3" name="Google Shape;1313;g34d9c7f49ce_2_1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4" name="Google Shape;1314;g34d9c7f49ce_2_114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9" name="Shape 1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" name="Google Shape;1320;g34d9c7f49ce_2_115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1" name="Google Shape;1321;g34d9c7f49ce_2_1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2" name="Google Shape;1322;g34d9c7f49ce_2_115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6" name="Shape 1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Google Shape;1327;g34d9c7f49ce_2_115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8" name="Google Shape;1328;g34d9c7f49ce_2_1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9" name="Google Shape;1329;g34d9c7f49ce_2_1159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4" name="Shape 1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5" name="Google Shape;1335;g34d9c7f49ce_2_11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6" name="Google Shape;1336;g34d9c7f49ce_2_11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7" name="Google Shape;1337;g34d9c7f49ce_2_116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9" name="Shape 1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0" name="Google Shape;1350;g34d9c7f49ce_2_118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1" name="Google Shape;1351;g34d9c7f49ce_2_11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2" name="Google Shape;1352;g34d9c7f49ce_2_118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6" name="Shape 1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7" name="Google Shape;1357;g34d9c7f49ce_2_118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8" name="Google Shape;1358;g34d9c7f49ce_2_11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9" name="Google Shape;1359;g34d9c7f49ce_2_118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7" name="Shape 1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8" name="Google Shape;1368;g34d9c7f49ce_2_119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69" name="Google Shape;1369;g34d9c7f49ce_2_11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0" name="Google Shape;1370;g34d9c7f49ce_2_119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1" name="Shape 1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Google Shape;1382;g34d9c7f49ce_2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3" name="Google Shape;1383;g34d9c7f49ce_2_12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4" name="Google Shape;1384;g34d9c7f49ce_2_1209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5" name="Shape 1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6" name="Google Shape;1396;g34d9c7f49ce_2_122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97" name="Google Shape;1397;g34d9c7f49ce_2_12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8" name="Google Shape;1398;g34d9c7f49ce_2_122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9" name="Shape 1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0" name="Google Shape;1410;g34d9c7f49ce_2_1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1" name="Google Shape;1411;g34d9c7f49ce_2_1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2" name="Google Shape;1412;g34d9c7f49ce_2_123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5" name="Shape 1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6" name="Google Shape;1426;g34d9c7f49ce_2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27" name="Google Shape;1427;g34d9c7f49ce_2_12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8" name="Google Shape;1428;g34d9c7f49ce_2_125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6" name="Shape 1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7" name="Google Shape;1437;g34d9c7f49ce_2_126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8" name="Google Shape;1438;g34d9c7f49ce_2_12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9" name="Google Shape;1439;g34d9c7f49ce_2_126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3" name="Shape 1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4" name="Google Shape;1444;g34d9c7f49ce_2_12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5" name="Google Shape;1445;g34d9c7f49ce_2_12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6" name="Google Shape;1446;g34d9c7f49ce_2_126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4" name="Shape 1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Google Shape;1475;g34d9c7f49ce_2_129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6" name="Google Shape;1476;g34d9c7f49ce_2_12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7" name="Google Shape;1477;g34d9c7f49ce_2_129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1" name="Shape 1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2" name="Google Shape;1482;g34d9c7f49ce_2_130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3" name="Google Shape;1483;g34d9c7f49ce_2_13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4" name="Google Shape;1484;g34d9c7f49ce_2_130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9" name="Shape 1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0" name="Google Shape;1490;g34d9c7f49ce_2_13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91" name="Google Shape;1491;g34d9c7f49ce_2_13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2" name="Google Shape;1492;g34d9c7f49ce_2_1309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6" name="Shape 1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7" name="Google Shape;1497;g34d9c7f49ce_2_13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98" name="Google Shape;1498;g34d9c7f49ce_2_13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9" name="Google Shape;1499;g34d9c7f49ce_2_131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9" name="Shape 1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Google Shape;1510;g34d9c7f49ce_2_132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1" name="Google Shape;1511;g34d9c7f49ce_2_13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2" name="Google Shape;1512;g34d9c7f49ce_2_132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6" name="Shape 1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7" name="Google Shape;1517;g34d9c7f49ce_2_133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8" name="Google Shape;1518;g34d9c7f49ce_2_13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9" name="Google Shape;1519;g34d9c7f49ce_2_133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4" name="Shape 1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Google Shape;1525;p3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6" name="Google Shape;1526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27" name="Google Shape;1527;p3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1" name="Shape 1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2" name="Google Shape;1532;g34a49210254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3" name="Google Shape;1533;g34a492102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34" name="Google Shape;1534;g34a49210254_0_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9" name="Shape 1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0" name="Google Shape;1540;g34a49210254_0_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1" name="Google Shape;1541;g34a49210254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42" name="Google Shape;1542;g34a49210254_0_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3" name="Shape 1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4" name="Google Shape;1554;g34a49210254_0_2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5" name="Google Shape;1555;g34a49210254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56" name="Google Shape;1556;g34a49210254_0_2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2" name="Shape 1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3" name="Google Shape;1563;g34a49210254_0_3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64" name="Google Shape;1564;g34a49210254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65" name="Google Shape;1565;g34a49210254_0_3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4" name="Shape 1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5" name="Google Shape;1575;g34a49210254_0_4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76" name="Google Shape;1576;g34a49210254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77" name="Google Shape;1577;g34a49210254_0_4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6" name="Shape 1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" name="Google Shape;1587;g34a49210254_0_5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8" name="Google Shape;1588;g34a49210254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89" name="Google Shape;1589;g34a49210254_0_58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5" name="Shape 1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6" name="Google Shape;1596;g34a49210254_0_7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7" name="Google Shape;1597;g34a49210254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98" name="Google Shape;1598;g34a49210254_0_7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5" name="Shape 1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6" name="Google Shape;1606;g34a49210254_0_1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7" name="Google Shape;1607;g34a49210254_0_12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1" lang="tr-TR"/>
              <a:t>Eğitimin Açıklaması: </a:t>
            </a:r>
            <a:r>
              <a:rPr lang="tr-TR"/>
              <a:t>Bu slayt üzerinde değişiklik </a:t>
            </a:r>
            <a:r>
              <a:rPr b="1" lang="tr-TR"/>
              <a:t>yapılmalıdır.</a:t>
            </a:r>
            <a:r>
              <a:rPr lang="tr-TR"/>
              <a:t> İlk olarak Başlık güncellenir. Konuya uygun bir resim veya animasyon görseli ile eğitimin ne olduğu anlatılır. Her slayt azami 3 satırlık metin ile desteklenebilir.</a:t>
            </a:r>
            <a:endParaRPr/>
          </a:p>
        </p:txBody>
      </p:sp>
      <p:sp>
        <p:nvSpPr>
          <p:cNvPr id="1608" name="Google Shape;1608;g34a49210254_0_12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1" name="Shape 1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Google Shape;1662;g34a49210254_0_26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63" name="Google Shape;1663;g34a49210254_0_26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1" lang="tr-TR"/>
              <a:t>Eğitimin Açıklaması: </a:t>
            </a:r>
            <a:r>
              <a:rPr lang="tr-TR"/>
              <a:t>Bu slayt üzerinde değişiklik </a:t>
            </a:r>
            <a:r>
              <a:rPr b="1" lang="tr-TR"/>
              <a:t>yapılmalıdır.</a:t>
            </a:r>
            <a:r>
              <a:rPr lang="tr-TR"/>
              <a:t> İlk olarak Başlık güncellenir. Konuya uygun bir resim veya animasyon görseli ile eğitimin ne olduğu anlatılır. Her slayt azami 3 satırlık metin ile desteklenebilir.</a:t>
            </a:r>
            <a:endParaRPr/>
          </a:p>
        </p:txBody>
      </p:sp>
      <p:sp>
        <p:nvSpPr>
          <p:cNvPr id="1664" name="Google Shape;1664;g34a49210254_0_26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0" name="Shape 1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1" name="Google Shape;1691;g34a49210254_0_39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2" name="Google Shape;1692;g34a49210254_0_3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93" name="Google Shape;1693;g34a49210254_0_39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7" name="Shape 1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Google Shape;1698;g34a49210254_0_40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9" name="Google Shape;1699;g34a49210254_0_40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1" lang="tr-TR"/>
              <a:t>Eğitimin Açıklaması: </a:t>
            </a:r>
            <a:r>
              <a:rPr lang="tr-TR"/>
              <a:t>Bu slayt üzerinde değişiklik </a:t>
            </a:r>
            <a:r>
              <a:rPr b="1" lang="tr-TR"/>
              <a:t>yapılmalıdır.</a:t>
            </a:r>
            <a:r>
              <a:rPr lang="tr-TR"/>
              <a:t> İlk olarak Başlık güncellenir. Konuya uygun bir resim veya animasyon görseli ile eğitimin ne olduğu anlatılır. Her slayt azami 3 satırlık metin ile desteklenebilir.</a:t>
            </a:r>
            <a:endParaRPr/>
          </a:p>
        </p:txBody>
      </p:sp>
      <p:sp>
        <p:nvSpPr>
          <p:cNvPr id="1700" name="Google Shape;1700;g34a49210254_0_40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0" name="Shape 1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" name="Google Shape;1741;g34a49210254_0_54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2" name="Google Shape;1742;g34a49210254_0_54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1" lang="tr-TR"/>
              <a:t>Eğitimin Açıklaması: </a:t>
            </a:r>
            <a:r>
              <a:rPr lang="tr-TR"/>
              <a:t>Bu slayt üzerinde değişiklik </a:t>
            </a:r>
            <a:r>
              <a:rPr b="1" lang="tr-TR"/>
              <a:t>yapılmalıdır.</a:t>
            </a:r>
            <a:r>
              <a:rPr lang="tr-TR"/>
              <a:t> İlk olarak Başlık güncellenir. Konuya uygun bir resim veya animasyon görseli ile eğitimin ne olduğu anlatılır. Her slayt azami 3 satırlık metin ile desteklenebilir.</a:t>
            </a:r>
            <a:endParaRPr/>
          </a:p>
        </p:txBody>
      </p:sp>
      <p:sp>
        <p:nvSpPr>
          <p:cNvPr id="1743" name="Google Shape;1743;g34a49210254_0_54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0" name="Shape 1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" name="Google Shape;1771;g34a49210254_0_59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2" name="Google Shape;1772;g34a49210254_0_59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1" lang="tr-TR"/>
              <a:t>Eğitimin Açıklaması: </a:t>
            </a:r>
            <a:r>
              <a:rPr lang="tr-TR"/>
              <a:t>Bu slayt üzerinde değişiklik </a:t>
            </a:r>
            <a:r>
              <a:rPr b="1" lang="tr-TR"/>
              <a:t>yapılmalıdır.</a:t>
            </a:r>
            <a:r>
              <a:rPr lang="tr-TR"/>
              <a:t> İlk olarak Başlık güncellenir. Konuya uygun bir resim veya animasyon görseli ile eğitimin ne olduğu anlatılır. Her slayt azami 3 satırlık metin ile desteklenebilir.</a:t>
            </a:r>
            <a:endParaRPr/>
          </a:p>
        </p:txBody>
      </p:sp>
      <p:sp>
        <p:nvSpPr>
          <p:cNvPr id="1773" name="Google Shape;1773;g34a49210254_0_59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3" name="Shape 1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4" name="Google Shape;1804;g34a49210254_0_62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05" name="Google Shape;1805;g34a49210254_0_6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06" name="Google Shape;1806;g34a49210254_0_62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0" name="Shape 1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1" name="Google Shape;1811;g352205c6c3d_0_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2" name="Google Shape;1812;g352205c6c3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3" name="Google Shape;1813;g352205c6c3d_0_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8" name="Shape 1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9" name="Google Shape;1819;g34bee32ac2f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20" name="Google Shape;1820;g34bee32ac2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21" name="Google Shape;1821;g34bee32ac2f_0_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5" name="Shape 1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6" name="Google Shape;1826;g34bee32ac2f_0_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27" name="Google Shape;1827;g34bee32ac2f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1" lang="tr-TR"/>
              <a:t>Eğitimin Açıklaması: </a:t>
            </a:r>
            <a:r>
              <a:rPr lang="tr-TR"/>
              <a:t>Bu slayt üzerinde değişiklik </a:t>
            </a:r>
            <a:r>
              <a:rPr b="1" lang="tr-TR"/>
              <a:t>yapılmalıdır.</a:t>
            </a:r>
            <a:r>
              <a:rPr lang="tr-TR"/>
              <a:t> İlk olarak Başlık güncellenir. Konuya uygun bir resim veya animasyon görseli ile eğitimin ne olduğu anlatılır. Her slayt azami 3 satırlık metin ile desteklenebilir.</a:t>
            </a:r>
            <a:endParaRPr/>
          </a:p>
        </p:txBody>
      </p:sp>
      <p:sp>
        <p:nvSpPr>
          <p:cNvPr id="1828" name="Google Shape;1828;g34bee32ac2f_0_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3" name="Shape 18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4" name="Google Shape;1864;g34bee32ac2f_0_6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65" name="Google Shape;1865;g34bee32ac2f_0_6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1" lang="tr-TR"/>
              <a:t>Eğitimin Açıklaması: </a:t>
            </a:r>
            <a:r>
              <a:rPr lang="tr-TR"/>
              <a:t>Bu slayt üzerinde değişiklik </a:t>
            </a:r>
            <a:r>
              <a:rPr b="1" lang="tr-TR"/>
              <a:t>yapılmalıdır.</a:t>
            </a:r>
            <a:r>
              <a:rPr lang="tr-TR"/>
              <a:t> İlk olarak Başlık güncellenir. Konuya uygun bir resim veya animasyon görseli ile eğitimin ne olduğu anlatılır. Her slayt azami 3 satırlık metin ile desteklenebilir.</a:t>
            </a:r>
            <a:endParaRPr/>
          </a:p>
        </p:txBody>
      </p:sp>
      <p:sp>
        <p:nvSpPr>
          <p:cNvPr id="1866" name="Google Shape;1866;g34bee32ac2f_0_6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5" name="Shape 1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oogle Shape;1896;g34bee32ac2f_0_1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97" name="Google Shape;1897;g34bee32ac2f_0_1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98" name="Google Shape;1898;g34bee32ac2f_0_18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2" name="Shape 19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3" name="Google Shape;1903;g34bee32ac2f_0_44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4" name="Google Shape;1904;g34bee32ac2f_0_44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1" lang="tr-TR"/>
              <a:t>Eğitimin Açıklaması: </a:t>
            </a:r>
            <a:r>
              <a:rPr lang="tr-TR"/>
              <a:t>Bu slayt üzerinde değişiklik </a:t>
            </a:r>
            <a:r>
              <a:rPr b="1" lang="tr-TR"/>
              <a:t>yapılmalıdır.</a:t>
            </a:r>
            <a:r>
              <a:rPr lang="tr-TR"/>
              <a:t> İlk olarak Başlık güncellenir. Konuya uygun bir resim veya animasyon görseli ile eğitimin ne olduğu anlatılır. Her slayt azami 3 satırlık metin ile desteklenebilir.</a:t>
            </a:r>
            <a:endParaRPr/>
          </a:p>
        </p:txBody>
      </p:sp>
      <p:sp>
        <p:nvSpPr>
          <p:cNvPr id="1905" name="Google Shape;1905;g34bee32ac2f_0_44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2" name="Shape 1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3" name="Google Shape;1933;g34bee32ac2f_0_48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34" name="Google Shape;1934;g34bee32ac2f_0_48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b="1" lang="tr-TR"/>
              <a:t>Eğitimin Açıklaması: </a:t>
            </a:r>
            <a:r>
              <a:rPr lang="tr-TR"/>
              <a:t>Bu slayt üzerinde değişiklik </a:t>
            </a:r>
            <a:r>
              <a:rPr b="1" lang="tr-TR"/>
              <a:t>yapılmalıdır.</a:t>
            </a:r>
            <a:r>
              <a:rPr lang="tr-TR"/>
              <a:t> İlk olarak Başlık güncellenir. Konuya uygun bir resim veya animasyon görseli ile eğitimin ne olduğu anlatılır. Her slayt azami 3 satırlık metin ile desteklenebilir.</a:t>
            </a:r>
            <a:endParaRPr/>
          </a:p>
        </p:txBody>
      </p:sp>
      <p:sp>
        <p:nvSpPr>
          <p:cNvPr id="1935" name="Google Shape;1935;g34bee32ac2f_0_48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2" name="Shape 1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3" name="Google Shape;1963;g34bee32ac2f_0_61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64" name="Google Shape;1964;g34bee32ac2f_0_6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65" name="Google Shape;1965;g34bee32ac2f_0_61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9" name="Shape 1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0" name="Google Shape;1970;g34d035355bd_0_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1" name="Google Shape;1971;g34d035355bd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2" name="Google Shape;1972;g34d035355bd_0_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7" name="Shape 1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Google Shape;1978;g34d9c7f49ce_2_14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9" name="Google Shape;1979;g34d9c7f49ce_2_14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80" name="Google Shape;1980;g34d9c7f49ce_2_141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4" name="Shape 1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5" name="Google Shape;1985;g34d9c7f49ce_2_14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6" name="Google Shape;1986;g34d9c7f49ce_2_14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87" name="Google Shape;1987;g34d9c7f49ce_2_145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3" name="Shape 2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4" name="Google Shape;2004;g34d9c7f49ce_2_146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05" name="Google Shape;2005;g34d9c7f49ce_2_14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06" name="Google Shape;2006;g34d9c7f49ce_2_1468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9" name="Shape 2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0" name="Google Shape;2020;g34d9c7f49ce_2_149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1" name="Google Shape;2021;g34d9c7f49ce_2_14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22" name="Google Shape;2022;g34d9c7f49ce_2_149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3" name="Shape 20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4" name="Google Shape;2034;g34d9c7f49ce_2_15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35" name="Google Shape;2035;g34d9c7f49ce_2_15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36" name="Google Shape;2036;g34d9c7f49ce_2_151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0" name="Shape 20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g34d9c7f49ce_2_152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2" name="Google Shape;2042;g34d9c7f49ce_2_15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43" name="Google Shape;2043;g34d9c7f49ce_2_152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1" name="Shape 20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2" name="Google Shape;2062;g34d9c7f49ce_2_15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3" name="Google Shape;2063;g34d9c7f49ce_2_15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64" name="Google Shape;2064;g34d9c7f49ce_2_155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8" name="Shape 2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9" name="Google Shape;2069;g3526defc488_2_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70" name="Google Shape;2070;g3526defc488_2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71" name="Google Shape;2071;g3526defc488_2_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5" name="Shape 20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6" name="Google Shape;2076;g3526defc488_2_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77" name="Google Shape;2077;g3526defc488_2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8" name="Google Shape;2078;g3526defc488_2_8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oş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2"/>
          <p:cNvSpPr txBox="1"/>
          <p:nvPr>
            <p:ph idx="10" type="dt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2"/>
          <p:cNvSpPr txBox="1"/>
          <p:nvPr>
            <p:ph idx="11" type="ftr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42"/>
          <p:cNvSpPr txBox="1"/>
          <p:nvPr>
            <p:ph idx="12" type="sldNum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şlık Slaydı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3"/>
          <p:cNvSpPr txBox="1"/>
          <p:nvPr>
            <p:ph type="ctrTitle"/>
          </p:nvPr>
        </p:nvSpPr>
        <p:spPr>
          <a:xfrm>
            <a:off x="685800" y="1597830"/>
            <a:ext cx="77724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3"/>
          <p:cNvSpPr txBox="1"/>
          <p:nvPr>
            <p:ph idx="1" type="subTitle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43"/>
          <p:cNvSpPr txBox="1"/>
          <p:nvPr>
            <p:ph idx="10" type="dt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3"/>
          <p:cNvSpPr txBox="1"/>
          <p:nvPr>
            <p:ph idx="11" type="ftr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43"/>
          <p:cNvSpPr txBox="1"/>
          <p:nvPr>
            <p:ph idx="12" type="sldNum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şlık ve İçerik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4"/>
          <p:cNvSpPr txBox="1"/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4"/>
          <p:cNvSpPr txBox="1"/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44"/>
          <p:cNvSpPr txBox="1"/>
          <p:nvPr>
            <p:ph idx="10" type="dt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4"/>
          <p:cNvSpPr txBox="1"/>
          <p:nvPr>
            <p:ph idx="11" type="ftr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4"/>
          <p:cNvSpPr txBox="1"/>
          <p:nvPr>
            <p:ph idx="12" type="sldNum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ölüm Üstbilgisi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5"/>
          <p:cNvSpPr txBox="1"/>
          <p:nvPr>
            <p:ph type="title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5"/>
          <p:cNvSpPr txBox="1"/>
          <p:nvPr>
            <p:ph idx="1" type="body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45"/>
          <p:cNvSpPr txBox="1"/>
          <p:nvPr>
            <p:ph idx="10" type="dt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5"/>
          <p:cNvSpPr txBox="1"/>
          <p:nvPr>
            <p:ph idx="11" type="ftr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5"/>
          <p:cNvSpPr txBox="1"/>
          <p:nvPr>
            <p:ph idx="12" type="sldNum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İki İçerik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46"/>
          <p:cNvSpPr txBox="1"/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6"/>
          <p:cNvSpPr txBox="1"/>
          <p:nvPr>
            <p:ph idx="1" type="body"/>
          </p:nvPr>
        </p:nvSpPr>
        <p:spPr>
          <a:xfrm>
            <a:off x="457200" y="1200151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46"/>
          <p:cNvSpPr txBox="1"/>
          <p:nvPr>
            <p:ph idx="2" type="body"/>
          </p:nvPr>
        </p:nvSpPr>
        <p:spPr>
          <a:xfrm>
            <a:off x="4648200" y="1200151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46"/>
          <p:cNvSpPr txBox="1"/>
          <p:nvPr>
            <p:ph idx="10" type="dt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6"/>
          <p:cNvSpPr txBox="1"/>
          <p:nvPr>
            <p:ph idx="11" type="ftr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46"/>
          <p:cNvSpPr txBox="1"/>
          <p:nvPr>
            <p:ph idx="12" type="sldNum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Karşılaştırma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7"/>
          <p:cNvSpPr txBox="1"/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47"/>
          <p:cNvSpPr txBox="1"/>
          <p:nvPr>
            <p:ph idx="1" type="body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47"/>
          <p:cNvSpPr txBox="1"/>
          <p:nvPr>
            <p:ph idx="2" type="body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47"/>
          <p:cNvSpPr txBox="1"/>
          <p:nvPr>
            <p:ph idx="3" type="body"/>
          </p:nvPr>
        </p:nvSpPr>
        <p:spPr>
          <a:xfrm>
            <a:off x="4645033" y="1151335"/>
            <a:ext cx="4041775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47"/>
          <p:cNvSpPr txBox="1"/>
          <p:nvPr>
            <p:ph idx="4" type="body"/>
          </p:nvPr>
        </p:nvSpPr>
        <p:spPr>
          <a:xfrm>
            <a:off x="4645033" y="1631156"/>
            <a:ext cx="4041775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47"/>
          <p:cNvSpPr txBox="1"/>
          <p:nvPr>
            <p:ph idx="10" type="dt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7"/>
          <p:cNvSpPr txBox="1"/>
          <p:nvPr>
            <p:ph idx="11" type="ftr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47"/>
          <p:cNvSpPr txBox="1"/>
          <p:nvPr>
            <p:ph idx="12" type="sldNum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Yalnızca Başlık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48"/>
          <p:cNvSpPr txBox="1"/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48"/>
          <p:cNvSpPr txBox="1"/>
          <p:nvPr>
            <p:ph idx="10" type="dt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48"/>
          <p:cNvSpPr txBox="1"/>
          <p:nvPr>
            <p:ph idx="11" type="ftr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48"/>
          <p:cNvSpPr txBox="1"/>
          <p:nvPr>
            <p:ph idx="12" type="sldNum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şlıklı İçerik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9"/>
          <p:cNvSpPr txBox="1"/>
          <p:nvPr>
            <p:ph type="title"/>
          </p:nvPr>
        </p:nvSpPr>
        <p:spPr>
          <a:xfrm>
            <a:off x="457219" y="204787"/>
            <a:ext cx="3008313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49"/>
          <p:cNvSpPr txBox="1"/>
          <p:nvPr>
            <p:ph idx="1" type="body"/>
          </p:nvPr>
        </p:nvSpPr>
        <p:spPr>
          <a:xfrm>
            <a:off x="3575050" y="204799"/>
            <a:ext cx="5111750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49"/>
          <p:cNvSpPr txBox="1"/>
          <p:nvPr>
            <p:ph idx="2" type="body"/>
          </p:nvPr>
        </p:nvSpPr>
        <p:spPr>
          <a:xfrm>
            <a:off x="457219" y="1076328"/>
            <a:ext cx="3008313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49"/>
          <p:cNvSpPr txBox="1"/>
          <p:nvPr>
            <p:ph idx="10" type="dt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49"/>
          <p:cNvSpPr txBox="1"/>
          <p:nvPr>
            <p:ph idx="11" type="ftr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49"/>
          <p:cNvSpPr txBox="1"/>
          <p:nvPr>
            <p:ph idx="12" type="sldNum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şlıklı Resim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50"/>
          <p:cNvSpPr txBox="1"/>
          <p:nvPr>
            <p:ph type="title"/>
          </p:nvPr>
        </p:nvSpPr>
        <p:spPr>
          <a:xfrm>
            <a:off x="1792288" y="3600451"/>
            <a:ext cx="54864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50"/>
          <p:cNvSpPr/>
          <p:nvPr>
            <p:ph idx="2" type="pic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50"/>
          <p:cNvSpPr txBox="1"/>
          <p:nvPr>
            <p:ph idx="1" type="body"/>
          </p:nvPr>
        </p:nvSpPr>
        <p:spPr>
          <a:xfrm>
            <a:off x="1792288" y="4025514"/>
            <a:ext cx="54864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50"/>
          <p:cNvSpPr txBox="1"/>
          <p:nvPr>
            <p:ph idx="10" type="dt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50"/>
          <p:cNvSpPr txBox="1"/>
          <p:nvPr>
            <p:ph idx="11" type="ftr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50"/>
          <p:cNvSpPr txBox="1"/>
          <p:nvPr>
            <p:ph idx="12" type="sldNum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şlık, Dikey Metin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51"/>
          <p:cNvSpPr txBox="1"/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51"/>
          <p:cNvSpPr txBox="1"/>
          <p:nvPr>
            <p:ph idx="1" type="body"/>
          </p:nvPr>
        </p:nvSpPr>
        <p:spPr>
          <a:xfrm rot="5400000">
            <a:off x="2874764" y="-1217413"/>
            <a:ext cx="3394472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51"/>
          <p:cNvSpPr txBox="1"/>
          <p:nvPr>
            <p:ph idx="10" type="dt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51"/>
          <p:cNvSpPr txBox="1"/>
          <p:nvPr>
            <p:ph idx="11" type="ftr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51"/>
          <p:cNvSpPr txBox="1"/>
          <p:nvPr>
            <p:ph idx="12" type="sldNum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key Başlık ve Metin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2"/>
          <p:cNvSpPr txBox="1"/>
          <p:nvPr>
            <p:ph type="title"/>
          </p:nvPr>
        </p:nvSpPr>
        <p:spPr>
          <a:xfrm rot="5400000">
            <a:off x="5463778" y="1371602"/>
            <a:ext cx="4388644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52"/>
          <p:cNvSpPr txBox="1"/>
          <p:nvPr>
            <p:ph idx="1" type="body"/>
          </p:nvPr>
        </p:nvSpPr>
        <p:spPr>
          <a:xfrm rot="5400000">
            <a:off x="1272778" y="-609598"/>
            <a:ext cx="4388644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52"/>
          <p:cNvSpPr txBox="1"/>
          <p:nvPr>
            <p:ph idx="10" type="dt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52"/>
          <p:cNvSpPr txBox="1"/>
          <p:nvPr>
            <p:ph idx="11" type="ftr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52"/>
          <p:cNvSpPr txBox="1"/>
          <p:nvPr>
            <p:ph idx="12" type="sldNum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1"/>
          <p:cNvSpPr txBox="1"/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41"/>
          <p:cNvSpPr txBox="1"/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41"/>
          <p:cNvSpPr txBox="1"/>
          <p:nvPr>
            <p:ph idx="10" type="dt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41"/>
          <p:cNvSpPr txBox="1"/>
          <p:nvPr>
            <p:ph idx="11" type="ftr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41"/>
          <p:cNvSpPr txBox="1"/>
          <p:nvPr>
            <p:ph idx="12" type="sldNum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9" Type="http://schemas.openxmlformats.org/officeDocument/2006/relationships/image" Target="../media/image6.png"/><Relationship Id="rId5" Type="http://schemas.openxmlformats.org/officeDocument/2006/relationships/image" Target="../media/image9.png"/><Relationship Id="rId6" Type="http://schemas.openxmlformats.org/officeDocument/2006/relationships/image" Target="../media/image4.png"/><Relationship Id="rId7" Type="http://schemas.openxmlformats.org/officeDocument/2006/relationships/image" Target="../media/image30.png"/><Relationship Id="rId8" Type="http://schemas.openxmlformats.org/officeDocument/2006/relationships/image" Target="../media/image10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5.png"/><Relationship Id="rId7" Type="http://schemas.openxmlformats.org/officeDocument/2006/relationships/image" Target="../media/image7.png"/><Relationship Id="rId8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10" Type="http://schemas.openxmlformats.org/officeDocument/2006/relationships/image" Target="../media/image16.png"/><Relationship Id="rId9" Type="http://schemas.openxmlformats.org/officeDocument/2006/relationships/image" Target="../media/image30.png"/><Relationship Id="rId5" Type="http://schemas.openxmlformats.org/officeDocument/2006/relationships/image" Target="../media/image1.png"/><Relationship Id="rId6" Type="http://schemas.openxmlformats.org/officeDocument/2006/relationships/image" Target="../media/image5.png"/><Relationship Id="rId7" Type="http://schemas.openxmlformats.org/officeDocument/2006/relationships/image" Target="../media/image7.png"/><Relationship Id="rId8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1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11.png"/><Relationship Id="rId5" Type="http://schemas.openxmlformats.org/officeDocument/2006/relationships/image" Target="../media/image21.png"/><Relationship Id="rId6" Type="http://schemas.openxmlformats.org/officeDocument/2006/relationships/image" Target="../media/image1.png"/><Relationship Id="rId7" Type="http://schemas.openxmlformats.org/officeDocument/2006/relationships/image" Target="../media/image7.png"/><Relationship Id="rId8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7.png"/><Relationship Id="rId7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2.png"/><Relationship Id="rId4" Type="http://schemas.openxmlformats.org/officeDocument/2006/relationships/image" Target="../media/image20.png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12.png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14.png"/><Relationship Id="rId4" Type="http://schemas.openxmlformats.org/officeDocument/2006/relationships/image" Target="../media/image17.png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8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18.jpg"/></Relationships>
</file>

<file path=ppt/slides/_rels/slide8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12.png"/></Relationships>
</file>

<file path=ppt/slides/_rels/slide8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0.png"/></Relationships>
</file>

<file path=ppt/slides/_rels/slide9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0.png"/></Relationships>
</file>

<file path=ppt/slides/_rels/slide9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20.png"/></Relationships>
</file>

<file path=ppt/slides/_rels/slide9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32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0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27.png"/></Relationships>
</file>

<file path=ppt/slides/_rels/slide1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24.png"/></Relationships>
</file>

<file path=ppt/slides/_rels/slide1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24.png"/></Relationships>
</file>

<file path=ppt/slides/_rels/slide1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4.xml"/><Relationship Id="rId3" Type="http://schemas.openxmlformats.org/officeDocument/2006/relationships/image" Target="../media/image24.png"/></Relationships>
</file>

<file path=ppt/slides/_rels/slide1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31.png"/><Relationship Id="rId4" Type="http://schemas.openxmlformats.org/officeDocument/2006/relationships/image" Target="../media/image1.png"/><Relationship Id="rId5" Type="http://schemas.openxmlformats.org/officeDocument/2006/relationships/image" Target="../media/image3.png"/></Relationships>
</file>

<file path=ppt/slides/_rels/slide1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29.png"/><Relationship Id="rId6" Type="http://schemas.openxmlformats.org/officeDocument/2006/relationships/image" Target="../media/image26.png"/><Relationship Id="rId7" Type="http://schemas.openxmlformats.org/officeDocument/2006/relationships/image" Target="../media/image25.png"/></Relationships>
</file>

<file path=ppt/slides/_rels/slide1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4d9c7f49ce_2_0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90" name="Google Shape;90;g34d9c7f49ce_2_0"/>
          <p:cNvSpPr txBox="1"/>
          <p:nvPr/>
        </p:nvSpPr>
        <p:spPr>
          <a:xfrm>
            <a:off x="1058392" y="2242116"/>
            <a:ext cx="2445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Backend Nedir?</a:t>
            </a:r>
            <a:endParaRPr sz="16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4d9c7f49ce_2_6"/>
          <p:cNvSpPr/>
          <p:nvPr/>
        </p:nvSpPr>
        <p:spPr>
          <a:xfrm>
            <a:off x="560200" y="1659400"/>
            <a:ext cx="5515200" cy="1107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g34d9c7f49ce_2_6"/>
          <p:cNvSpPr txBox="1"/>
          <p:nvPr/>
        </p:nvSpPr>
        <p:spPr>
          <a:xfrm>
            <a:off x="101075" y="195486"/>
            <a:ext cx="1685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Backend Nedir?</a:t>
            </a:r>
            <a:endParaRPr/>
          </a:p>
        </p:txBody>
      </p:sp>
      <p:sp>
        <p:nvSpPr>
          <p:cNvPr id="98" name="Google Shape;98;g34d9c7f49ce_2_6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99" name="Google Shape;99;g34d9c7f49ce_2_6"/>
          <p:cNvSpPr txBox="1"/>
          <p:nvPr/>
        </p:nvSpPr>
        <p:spPr>
          <a:xfrm rot="-1572">
            <a:off x="1097157" y="2035974"/>
            <a:ext cx="1312200" cy="3231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Front-end</a:t>
            </a:r>
            <a:endParaRPr b="1" sz="1500">
              <a:solidFill>
                <a:schemeClr val="lt1"/>
              </a:solidFill>
            </a:endParaRPr>
          </a:p>
        </p:txBody>
      </p:sp>
      <p:sp>
        <p:nvSpPr>
          <p:cNvPr id="100" name="Google Shape;100;g34d9c7f49ce_2_6"/>
          <p:cNvSpPr txBox="1"/>
          <p:nvPr/>
        </p:nvSpPr>
        <p:spPr>
          <a:xfrm rot="-1572">
            <a:off x="3753595" y="2035974"/>
            <a:ext cx="1312200" cy="3231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Back-end</a:t>
            </a:r>
            <a:endParaRPr b="1" sz="1500">
              <a:solidFill>
                <a:schemeClr val="lt1"/>
              </a:solidFill>
            </a:endParaRPr>
          </a:p>
        </p:txBody>
      </p:sp>
      <p:sp>
        <p:nvSpPr>
          <p:cNvPr id="101" name="Google Shape;101;g34d9c7f49ce_2_6"/>
          <p:cNvSpPr txBox="1"/>
          <p:nvPr/>
        </p:nvSpPr>
        <p:spPr>
          <a:xfrm rot="-1183">
            <a:off x="6948275" y="1644316"/>
            <a:ext cx="1743000" cy="11064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Full-stack</a:t>
            </a:r>
            <a:endParaRPr b="1" sz="1500">
              <a:solidFill>
                <a:schemeClr val="lt1"/>
              </a:solidFill>
            </a:endParaRPr>
          </a:p>
        </p:txBody>
      </p:sp>
      <p:cxnSp>
        <p:nvCxnSpPr>
          <p:cNvPr id="102" name="Google Shape;102;g34d9c7f49ce_2_6"/>
          <p:cNvCxnSpPr/>
          <p:nvPr/>
        </p:nvCxnSpPr>
        <p:spPr>
          <a:xfrm>
            <a:off x="6278543" y="2197535"/>
            <a:ext cx="360000" cy="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pic>
        <p:nvPicPr>
          <p:cNvPr id="103" name="Google Shape;103;g34d9c7f49ce_2_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178" y="3442399"/>
            <a:ext cx="455125" cy="568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g34d9c7f49ce_2_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71588" y="3472238"/>
            <a:ext cx="509225" cy="5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g34d9c7f49ce_2_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12088" y="3472250"/>
            <a:ext cx="509225" cy="5092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6" name="Google Shape;106;g34d9c7f49ce_2_6"/>
          <p:cNvCxnSpPr/>
          <p:nvPr/>
        </p:nvCxnSpPr>
        <p:spPr>
          <a:xfrm flipH="1">
            <a:off x="1724400" y="2810513"/>
            <a:ext cx="3600" cy="34170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pic>
        <p:nvPicPr>
          <p:cNvPr id="107" name="Google Shape;107;g34d9c7f49ce_2_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523400" y="3272475"/>
            <a:ext cx="626325" cy="626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g34d9c7f49ce_2_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801725" y="3331025"/>
            <a:ext cx="509226" cy="509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g34d9c7f49ce_2_6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571998" y="3781075"/>
            <a:ext cx="918200" cy="689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g34d9c7f49ce_2_6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493300" y="3723318"/>
            <a:ext cx="918200" cy="91818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1" name="Google Shape;111;g34d9c7f49ce_2_6"/>
          <p:cNvCxnSpPr/>
          <p:nvPr/>
        </p:nvCxnSpPr>
        <p:spPr>
          <a:xfrm flipH="1">
            <a:off x="4407900" y="2805825"/>
            <a:ext cx="3600" cy="34170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4d9c7f49ce_2_26"/>
          <p:cNvSpPr txBox="1"/>
          <p:nvPr/>
        </p:nvSpPr>
        <p:spPr>
          <a:xfrm>
            <a:off x="101075" y="195486"/>
            <a:ext cx="16854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Backend Nedir?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g34d9c7f49ce_2_26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pic>
        <p:nvPicPr>
          <p:cNvPr id="119" name="Google Shape;119;g34d9c7f49ce_2_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6572" y="1163753"/>
            <a:ext cx="1685400" cy="16854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g34d9c7f49ce_2_26"/>
          <p:cNvSpPr txBox="1"/>
          <p:nvPr/>
        </p:nvSpPr>
        <p:spPr>
          <a:xfrm>
            <a:off x="1457975" y="1358975"/>
            <a:ext cx="1385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800">
                <a:solidFill>
                  <a:srgbClr val="455B65"/>
                </a:solidFill>
                <a:latin typeface="Calibri"/>
                <a:ea typeface="Calibri"/>
                <a:cs typeface="Calibri"/>
                <a:sym typeface="Calibri"/>
              </a:rPr>
              <a:t>https://sadikturan.com</a:t>
            </a:r>
            <a:endParaRPr sz="800">
              <a:solidFill>
                <a:srgbClr val="455B65"/>
              </a:solidFill>
            </a:endParaRPr>
          </a:p>
        </p:txBody>
      </p:sp>
      <p:pic>
        <p:nvPicPr>
          <p:cNvPr id="121" name="Google Shape;121;g34d9c7f49ce_2_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93626" y="1358985"/>
            <a:ext cx="983245" cy="121688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g34d9c7f49ce_2_26"/>
          <p:cNvSpPr txBox="1"/>
          <p:nvPr/>
        </p:nvSpPr>
        <p:spPr>
          <a:xfrm>
            <a:off x="6623000" y="1008475"/>
            <a:ext cx="618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server</a:t>
            </a:r>
            <a:endParaRPr sz="1300">
              <a:solidFill>
                <a:schemeClr val="accent2"/>
              </a:solidFill>
            </a:endParaRPr>
          </a:p>
        </p:txBody>
      </p:sp>
      <p:cxnSp>
        <p:nvCxnSpPr>
          <p:cNvPr id="123" name="Google Shape;123;g34d9c7f49ce_2_26"/>
          <p:cNvCxnSpPr/>
          <p:nvPr/>
        </p:nvCxnSpPr>
        <p:spPr>
          <a:xfrm>
            <a:off x="3290498" y="1728726"/>
            <a:ext cx="26136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124" name="Google Shape;124;g34d9c7f49ce_2_26"/>
          <p:cNvSpPr/>
          <p:nvPr/>
        </p:nvSpPr>
        <p:spPr>
          <a:xfrm>
            <a:off x="4082585" y="1548714"/>
            <a:ext cx="983100" cy="3600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REQUEST</a:t>
            </a:r>
            <a:endParaRPr/>
          </a:p>
        </p:txBody>
      </p:sp>
      <p:cxnSp>
        <p:nvCxnSpPr>
          <p:cNvPr id="125" name="Google Shape;125;g34d9c7f49ce_2_26"/>
          <p:cNvCxnSpPr/>
          <p:nvPr/>
        </p:nvCxnSpPr>
        <p:spPr>
          <a:xfrm rot="10800000">
            <a:off x="3301512" y="2284190"/>
            <a:ext cx="2613600" cy="0"/>
          </a:xfrm>
          <a:prstGeom prst="straightConnector1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26" name="Google Shape;126;g34d9c7f49ce_2_26"/>
          <p:cNvSpPr/>
          <p:nvPr/>
        </p:nvSpPr>
        <p:spPr>
          <a:xfrm>
            <a:off x="4082586" y="2104178"/>
            <a:ext cx="983100" cy="3600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RESPONSE</a:t>
            </a:r>
            <a:endParaRPr/>
          </a:p>
        </p:txBody>
      </p:sp>
      <p:pic>
        <p:nvPicPr>
          <p:cNvPr id="127" name="Google Shape;127;g34d9c7f49ce_2_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90753" y="2720499"/>
            <a:ext cx="455125" cy="568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g34d9c7f49ce_2_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95325" y="3509625"/>
            <a:ext cx="1747899" cy="11042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  <p:cxnSp>
        <p:nvCxnSpPr>
          <p:cNvPr id="129" name="Google Shape;129;g34d9c7f49ce_2_26"/>
          <p:cNvCxnSpPr/>
          <p:nvPr/>
        </p:nvCxnSpPr>
        <p:spPr>
          <a:xfrm rot="10800000">
            <a:off x="1869272" y="3021280"/>
            <a:ext cx="0" cy="31620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pic>
        <p:nvPicPr>
          <p:cNvPr id="130" name="Google Shape;130;g34d9c7f49ce_2_2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377163" y="2750338"/>
            <a:ext cx="509225" cy="5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g34d9c7f49ce_2_26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917663" y="2750350"/>
            <a:ext cx="509225" cy="5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g34d9c7f49ce_2_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864378" y="1721999"/>
            <a:ext cx="455125" cy="568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4d9c7f49ce_2_46"/>
          <p:cNvSpPr txBox="1"/>
          <p:nvPr/>
        </p:nvSpPr>
        <p:spPr>
          <a:xfrm>
            <a:off x="101075" y="195486"/>
            <a:ext cx="16854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Backend Nedir?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g34d9c7f49ce_2_46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cxnSp>
        <p:nvCxnSpPr>
          <p:cNvPr id="140" name="Google Shape;140;g34d9c7f49ce_2_46"/>
          <p:cNvCxnSpPr/>
          <p:nvPr/>
        </p:nvCxnSpPr>
        <p:spPr>
          <a:xfrm>
            <a:off x="3660493" y="2665335"/>
            <a:ext cx="360000" cy="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pic>
        <p:nvPicPr>
          <p:cNvPr id="141" name="Google Shape;141;g34d9c7f49ce_2_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79349" y="2167376"/>
            <a:ext cx="1227650" cy="122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g34d9c7f49ce_2_4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46528" y="2262906"/>
            <a:ext cx="455125" cy="568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g34d9c7f49ce_2_4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73838" y="2292743"/>
            <a:ext cx="509225" cy="5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g34d9c7f49ce_2_4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745625" y="2292743"/>
            <a:ext cx="509225" cy="5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g34d9c7f49ce_2_46"/>
          <p:cNvSpPr txBox="1"/>
          <p:nvPr/>
        </p:nvSpPr>
        <p:spPr>
          <a:xfrm rot="-558952">
            <a:off x="1868645" y="1333424"/>
            <a:ext cx="1312105" cy="323144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Front-end</a:t>
            </a:r>
            <a:endParaRPr b="1" sz="1500">
              <a:solidFill>
                <a:schemeClr val="lt1"/>
              </a:solidFill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4d9c7f49ce_2_58"/>
          <p:cNvSpPr txBox="1"/>
          <p:nvPr/>
        </p:nvSpPr>
        <p:spPr>
          <a:xfrm>
            <a:off x="101075" y="195486"/>
            <a:ext cx="16854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Backend Nedir?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g34d9c7f49ce_2_58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pic>
        <p:nvPicPr>
          <p:cNvPr id="153" name="Google Shape;153;g34d9c7f49ce_2_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6572" y="1163753"/>
            <a:ext cx="1685400" cy="168540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g34d9c7f49ce_2_58"/>
          <p:cNvSpPr txBox="1"/>
          <p:nvPr/>
        </p:nvSpPr>
        <p:spPr>
          <a:xfrm>
            <a:off x="1457975" y="1358975"/>
            <a:ext cx="1385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8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https://sadikturan.com</a:t>
            </a:r>
            <a:endParaRPr sz="800">
              <a:solidFill>
                <a:schemeClr val="accent2"/>
              </a:solidFill>
            </a:endParaRPr>
          </a:p>
        </p:txBody>
      </p:sp>
      <p:pic>
        <p:nvPicPr>
          <p:cNvPr id="155" name="Google Shape;155;g34d9c7f49ce_2_5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93626" y="1358985"/>
            <a:ext cx="983245" cy="1216888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g34d9c7f49ce_2_58"/>
          <p:cNvSpPr txBox="1"/>
          <p:nvPr/>
        </p:nvSpPr>
        <p:spPr>
          <a:xfrm>
            <a:off x="6623000" y="1008475"/>
            <a:ext cx="618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server</a:t>
            </a:r>
            <a:endParaRPr sz="1300">
              <a:solidFill>
                <a:schemeClr val="accent2"/>
              </a:solidFill>
            </a:endParaRPr>
          </a:p>
        </p:txBody>
      </p:sp>
      <p:cxnSp>
        <p:nvCxnSpPr>
          <p:cNvPr id="157" name="Google Shape;157;g34d9c7f49ce_2_58"/>
          <p:cNvCxnSpPr/>
          <p:nvPr/>
        </p:nvCxnSpPr>
        <p:spPr>
          <a:xfrm>
            <a:off x="3290498" y="1728726"/>
            <a:ext cx="26136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158" name="Google Shape;158;g34d9c7f49ce_2_58"/>
          <p:cNvSpPr/>
          <p:nvPr/>
        </p:nvSpPr>
        <p:spPr>
          <a:xfrm>
            <a:off x="4082585" y="1548714"/>
            <a:ext cx="983100" cy="3600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REQUEST</a:t>
            </a:r>
            <a:endParaRPr/>
          </a:p>
        </p:txBody>
      </p:sp>
      <p:cxnSp>
        <p:nvCxnSpPr>
          <p:cNvPr id="159" name="Google Shape;159;g34d9c7f49ce_2_58"/>
          <p:cNvCxnSpPr/>
          <p:nvPr/>
        </p:nvCxnSpPr>
        <p:spPr>
          <a:xfrm rot="10800000">
            <a:off x="3301512" y="2284190"/>
            <a:ext cx="2613600" cy="0"/>
          </a:xfrm>
          <a:prstGeom prst="straightConnector1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60" name="Google Shape;160;g34d9c7f49ce_2_58"/>
          <p:cNvSpPr/>
          <p:nvPr/>
        </p:nvSpPr>
        <p:spPr>
          <a:xfrm>
            <a:off x="4082586" y="2104178"/>
            <a:ext cx="983100" cy="3600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RESPONSE</a:t>
            </a:r>
            <a:endParaRPr/>
          </a:p>
        </p:txBody>
      </p:sp>
      <p:pic>
        <p:nvPicPr>
          <p:cNvPr id="161" name="Google Shape;161;g34d9c7f49ce_2_5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90753" y="2720499"/>
            <a:ext cx="455125" cy="568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g34d9c7f49ce_2_5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95325" y="3509625"/>
            <a:ext cx="1747899" cy="11042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  <p:cxnSp>
        <p:nvCxnSpPr>
          <p:cNvPr id="163" name="Google Shape;163;g34d9c7f49ce_2_58"/>
          <p:cNvCxnSpPr/>
          <p:nvPr/>
        </p:nvCxnSpPr>
        <p:spPr>
          <a:xfrm rot="10800000">
            <a:off x="1869272" y="3021280"/>
            <a:ext cx="0" cy="31620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pic>
        <p:nvPicPr>
          <p:cNvPr id="164" name="Google Shape;164;g34d9c7f49ce_2_5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377163" y="2750337"/>
            <a:ext cx="509225" cy="5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g34d9c7f49ce_2_58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917663" y="2750337"/>
            <a:ext cx="509225" cy="5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g34d9c7f49ce_2_58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647850" y="2768576"/>
            <a:ext cx="568899" cy="5688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g34d9c7f49ce_2_58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632575" y="2181450"/>
            <a:ext cx="568900" cy="5689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g34d9c7f49ce_2_58"/>
          <p:cNvSpPr txBox="1"/>
          <p:nvPr/>
        </p:nvSpPr>
        <p:spPr>
          <a:xfrm rot="-558952">
            <a:off x="7411720" y="3363624"/>
            <a:ext cx="1312105" cy="323144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Back-end</a:t>
            </a:r>
            <a:endParaRPr b="1" sz="1500">
              <a:solidFill>
                <a:schemeClr val="lt1"/>
              </a:solidFill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4d9c7f49ce_2_80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75" name="Google Shape;175;g34d9c7f49ce_2_80"/>
          <p:cNvSpPr txBox="1"/>
          <p:nvPr/>
        </p:nvSpPr>
        <p:spPr>
          <a:xfrm>
            <a:off x="1058392" y="2242116"/>
            <a:ext cx="2445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.NET Core Nedir?</a:t>
            </a:r>
            <a:endParaRPr sz="16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4d9c7f49ce_2_86"/>
          <p:cNvSpPr txBox="1"/>
          <p:nvPr/>
        </p:nvSpPr>
        <p:spPr>
          <a:xfrm>
            <a:off x="101075" y="195486"/>
            <a:ext cx="1685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b="0" i="0" lang="tr-TR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NET Core Nedir?</a:t>
            </a:r>
            <a:endParaRPr/>
          </a:p>
        </p:txBody>
      </p:sp>
      <p:sp>
        <p:nvSpPr>
          <p:cNvPr id="182" name="Google Shape;182;g34d9c7f49ce_2_86"/>
          <p:cNvSpPr/>
          <p:nvPr/>
        </p:nvSpPr>
        <p:spPr>
          <a:xfrm>
            <a:off x="3756050" y="1477385"/>
            <a:ext cx="1830300" cy="519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WEB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3" name="Google Shape;183;g34d9c7f49ce_2_86"/>
          <p:cNvCxnSpPr/>
          <p:nvPr/>
        </p:nvCxnSpPr>
        <p:spPr>
          <a:xfrm>
            <a:off x="2335144" y="1727710"/>
            <a:ext cx="360000" cy="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184" name="Google Shape;184;g34d9c7f49ce_2_86"/>
          <p:cNvSpPr/>
          <p:nvPr/>
        </p:nvSpPr>
        <p:spPr>
          <a:xfrm>
            <a:off x="3756055" y="2163585"/>
            <a:ext cx="1830300" cy="519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Mobile</a:t>
            </a:r>
            <a:endParaRPr/>
          </a:p>
        </p:txBody>
      </p:sp>
      <p:sp>
        <p:nvSpPr>
          <p:cNvPr id="185" name="Google Shape;185;g34d9c7f49ce_2_86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pic>
        <p:nvPicPr>
          <p:cNvPr id="186" name="Google Shape;186;g34d9c7f49ce_2_8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76975" y="1301485"/>
            <a:ext cx="852474" cy="852474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g34d9c7f49ce_2_86"/>
          <p:cNvSpPr/>
          <p:nvPr/>
        </p:nvSpPr>
        <p:spPr>
          <a:xfrm>
            <a:off x="3756055" y="2849785"/>
            <a:ext cx="1830300" cy="519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Desktop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4d9c7f49ce_2_97"/>
          <p:cNvSpPr txBox="1"/>
          <p:nvPr/>
        </p:nvSpPr>
        <p:spPr>
          <a:xfrm>
            <a:off x="101075" y="195486"/>
            <a:ext cx="1685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b="0" i="0" lang="tr-TR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NET Core Nedir?</a:t>
            </a:r>
            <a:endParaRPr/>
          </a:p>
        </p:txBody>
      </p:sp>
      <p:sp>
        <p:nvSpPr>
          <p:cNvPr id="194" name="Google Shape;194;g34d9c7f49ce_2_97"/>
          <p:cNvSpPr/>
          <p:nvPr/>
        </p:nvSpPr>
        <p:spPr>
          <a:xfrm>
            <a:off x="3245900" y="1419622"/>
            <a:ext cx="1830300" cy="519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tr-TR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ASP.NET Core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g34d9c7f49ce_2_97"/>
          <p:cNvSpPr/>
          <p:nvPr/>
        </p:nvSpPr>
        <p:spPr>
          <a:xfrm>
            <a:off x="6192180" y="1419622"/>
            <a:ext cx="1830300" cy="519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tr-TR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MVC</a:t>
            </a:r>
            <a:endParaRPr/>
          </a:p>
        </p:txBody>
      </p:sp>
      <p:sp>
        <p:nvSpPr>
          <p:cNvPr id="196" name="Google Shape;196;g34d9c7f49ce_2_97"/>
          <p:cNvSpPr/>
          <p:nvPr/>
        </p:nvSpPr>
        <p:spPr>
          <a:xfrm>
            <a:off x="3245900" y="2391729"/>
            <a:ext cx="1830300" cy="3960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tr-TR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C# </a:t>
            </a:r>
            <a:endParaRPr/>
          </a:p>
        </p:txBody>
      </p:sp>
      <p:cxnSp>
        <p:nvCxnSpPr>
          <p:cNvPr id="197" name="Google Shape;197;g34d9c7f49ce_2_97"/>
          <p:cNvCxnSpPr/>
          <p:nvPr/>
        </p:nvCxnSpPr>
        <p:spPr>
          <a:xfrm>
            <a:off x="4160978" y="2067694"/>
            <a:ext cx="0" cy="21600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198" name="Google Shape;198;g34d9c7f49ce_2_97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99" name="Google Shape;199;g34d9c7f49ce_2_97"/>
          <p:cNvSpPr/>
          <p:nvPr/>
        </p:nvSpPr>
        <p:spPr>
          <a:xfrm>
            <a:off x="6192180" y="2051800"/>
            <a:ext cx="1830300" cy="519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tr-TR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Razor Pages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g34d9c7f49ce_2_97"/>
          <p:cNvCxnSpPr/>
          <p:nvPr/>
        </p:nvCxnSpPr>
        <p:spPr>
          <a:xfrm>
            <a:off x="5292080" y="1679597"/>
            <a:ext cx="360000" cy="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201" name="Google Shape;201;g34d9c7f49ce_2_97"/>
          <p:cNvSpPr/>
          <p:nvPr/>
        </p:nvSpPr>
        <p:spPr>
          <a:xfrm>
            <a:off x="6192180" y="3147814"/>
            <a:ext cx="1830300" cy="519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tr-TR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WEB APIs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2" name="Google Shape;202;g34d9c7f49ce_2_97"/>
          <p:cNvCxnSpPr/>
          <p:nvPr/>
        </p:nvCxnSpPr>
        <p:spPr>
          <a:xfrm>
            <a:off x="2335144" y="1727710"/>
            <a:ext cx="360000" cy="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pic>
        <p:nvPicPr>
          <p:cNvPr id="203" name="Google Shape;203;g34d9c7f49ce_2_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76975" y="1301485"/>
            <a:ext cx="852474" cy="852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4d9c7f49ce_2_112"/>
          <p:cNvSpPr/>
          <p:nvPr/>
        </p:nvSpPr>
        <p:spPr>
          <a:xfrm>
            <a:off x="3847099" y="1347613"/>
            <a:ext cx="1080000" cy="29055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tr-TR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.NET</a:t>
            </a:r>
            <a:endParaRPr/>
          </a:p>
        </p:txBody>
      </p:sp>
      <p:sp>
        <p:nvSpPr>
          <p:cNvPr id="210" name="Google Shape;210;g34d9c7f49ce_2_112"/>
          <p:cNvSpPr/>
          <p:nvPr/>
        </p:nvSpPr>
        <p:spPr>
          <a:xfrm>
            <a:off x="1116842" y="1347614"/>
            <a:ext cx="1830300" cy="519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tr-TR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ASP.NET Core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g34d9c7f49ce_2_112"/>
          <p:cNvSpPr/>
          <p:nvPr/>
        </p:nvSpPr>
        <p:spPr>
          <a:xfrm>
            <a:off x="1116842" y="2522762"/>
            <a:ext cx="1830300" cy="519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tr-TR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MVC</a:t>
            </a:r>
            <a:endParaRPr/>
          </a:p>
        </p:txBody>
      </p:sp>
      <p:sp>
        <p:nvSpPr>
          <p:cNvPr id="212" name="Google Shape;212;g34d9c7f49ce_2_112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213" name="Google Shape;213;g34d9c7f49ce_2_112"/>
          <p:cNvSpPr/>
          <p:nvPr/>
        </p:nvSpPr>
        <p:spPr>
          <a:xfrm>
            <a:off x="1125312" y="3098826"/>
            <a:ext cx="1830300" cy="519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tr-TR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Razor Pages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4" name="Google Shape;214;g34d9c7f49ce_2_112"/>
          <p:cNvCxnSpPr/>
          <p:nvPr/>
        </p:nvCxnSpPr>
        <p:spPr>
          <a:xfrm>
            <a:off x="3127019" y="1607589"/>
            <a:ext cx="360000" cy="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cxnSp>
        <p:nvCxnSpPr>
          <p:cNvPr id="215" name="Google Shape;215;g34d9c7f49ce_2_112"/>
          <p:cNvCxnSpPr/>
          <p:nvPr/>
        </p:nvCxnSpPr>
        <p:spPr>
          <a:xfrm>
            <a:off x="5220072" y="2735842"/>
            <a:ext cx="360000" cy="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cxnSp>
        <p:nvCxnSpPr>
          <p:cNvPr id="216" name="Google Shape;216;g34d9c7f49ce_2_112"/>
          <p:cNvCxnSpPr/>
          <p:nvPr/>
        </p:nvCxnSpPr>
        <p:spPr>
          <a:xfrm>
            <a:off x="2046899" y="2018706"/>
            <a:ext cx="0" cy="21600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pic>
        <p:nvPicPr>
          <p:cNvPr id="217" name="Google Shape;217;g34d9c7f49ce_2_1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52833" y="1776885"/>
            <a:ext cx="693498" cy="866873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g34d9c7f49ce_2_112"/>
          <p:cNvSpPr/>
          <p:nvPr/>
        </p:nvSpPr>
        <p:spPr>
          <a:xfrm>
            <a:off x="1131821" y="3733296"/>
            <a:ext cx="1830300" cy="519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tr-TR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WEB APIs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9" name="Google Shape;219;g34d9c7f49ce_2_1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8849" y="2859775"/>
            <a:ext cx="1561450" cy="1085718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g34d9c7f49ce_2_112"/>
          <p:cNvSpPr txBox="1"/>
          <p:nvPr/>
        </p:nvSpPr>
        <p:spPr>
          <a:xfrm>
            <a:off x="101075" y="195486"/>
            <a:ext cx="1685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b="0" i="0" lang="tr-TR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NET Core Nedir?</a:t>
            </a:r>
            <a:endParaRPr/>
          </a:p>
        </p:txBody>
      </p:sp>
      <p:pic>
        <p:nvPicPr>
          <p:cNvPr id="221" name="Google Shape;221;g34d9c7f49ce_2_11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678675" y="2968538"/>
            <a:ext cx="783850" cy="7838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2" name="Google Shape;222;g34d9c7f49ce_2_112"/>
          <p:cNvCxnSpPr/>
          <p:nvPr/>
        </p:nvCxnSpPr>
        <p:spPr>
          <a:xfrm>
            <a:off x="7172397" y="3360467"/>
            <a:ext cx="360000" cy="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4d9c7f49ce_2_130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pic>
        <p:nvPicPr>
          <p:cNvPr id="229" name="Google Shape;229;g34d9c7f49ce_2_1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950" y="1280050"/>
            <a:ext cx="1998800" cy="1389825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g34d9c7f49ce_2_130"/>
          <p:cNvSpPr txBox="1"/>
          <p:nvPr/>
        </p:nvSpPr>
        <p:spPr>
          <a:xfrm>
            <a:off x="101075" y="195486"/>
            <a:ext cx="1685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b="0" i="0" lang="tr-TR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NET Core Nedir?</a:t>
            </a:r>
            <a:endParaRPr/>
          </a:p>
        </p:txBody>
      </p:sp>
      <p:pic>
        <p:nvPicPr>
          <p:cNvPr id="231" name="Google Shape;231;g34d9c7f49ce_2_1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77425" y="1583026"/>
            <a:ext cx="783850" cy="7838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32" name="Google Shape;232;g34d9c7f49ce_2_130"/>
          <p:cNvCxnSpPr/>
          <p:nvPr/>
        </p:nvCxnSpPr>
        <p:spPr>
          <a:xfrm>
            <a:off x="2995022" y="1974955"/>
            <a:ext cx="360000" cy="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pic>
        <p:nvPicPr>
          <p:cNvPr id="233" name="Google Shape;233;g34d9c7f49ce_2_1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146250" y="1385925"/>
            <a:ext cx="1086826" cy="108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g34d9c7f49ce_2_13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921603" y="2932274"/>
            <a:ext cx="455125" cy="568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g34d9c7f49ce_2_13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408013" y="2962112"/>
            <a:ext cx="509225" cy="5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g34d9c7f49ce_2_13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948513" y="2962112"/>
            <a:ext cx="509225" cy="5092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37" name="Google Shape;237;g34d9c7f49ce_2_130"/>
          <p:cNvCxnSpPr/>
          <p:nvPr/>
        </p:nvCxnSpPr>
        <p:spPr>
          <a:xfrm>
            <a:off x="5226472" y="1974955"/>
            <a:ext cx="360000" cy="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4d9c7f49ce_2_144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244" name="Google Shape;244;g34d9c7f49ce_2_144"/>
          <p:cNvSpPr txBox="1"/>
          <p:nvPr/>
        </p:nvSpPr>
        <p:spPr>
          <a:xfrm>
            <a:off x="1019907" y="2242125"/>
            <a:ext cx="4603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Mvc Nedir?</a:t>
            </a:r>
            <a:endParaRPr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4d9c7f49ce_2_150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251" name="Google Shape;251;g34d9c7f49ce_2_150"/>
          <p:cNvSpPr txBox="1"/>
          <p:nvPr/>
        </p:nvSpPr>
        <p:spPr>
          <a:xfrm>
            <a:off x="179512" y="123478"/>
            <a:ext cx="1278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tr-TR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Mvc Nedir?</a:t>
            </a:r>
            <a:endParaRPr/>
          </a:p>
        </p:txBody>
      </p:sp>
      <p:sp>
        <p:nvSpPr>
          <p:cNvPr id="252" name="Google Shape;252;g34d9c7f49ce_2_150"/>
          <p:cNvSpPr txBox="1"/>
          <p:nvPr/>
        </p:nvSpPr>
        <p:spPr>
          <a:xfrm>
            <a:off x="2633673" y="3120425"/>
            <a:ext cx="1350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Html oluşturur.</a:t>
            </a:r>
            <a:endParaRPr/>
          </a:p>
        </p:txBody>
      </p:sp>
      <p:sp>
        <p:nvSpPr>
          <p:cNvPr id="253" name="Google Shape;253;g34d9c7f49ce_2_150"/>
          <p:cNvSpPr txBox="1"/>
          <p:nvPr/>
        </p:nvSpPr>
        <p:spPr>
          <a:xfrm>
            <a:off x="1122572" y="3120425"/>
            <a:ext cx="891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Veri taşır.</a:t>
            </a:r>
            <a:endParaRPr/>
          </a:p>
        </p:txBody>
      </p:sp>
      <p:sp>
        <p:nvSpPr>
          <p:cNvPr id="254" name="Google Shape;254;g34d9c7f49ce_2_150"/>
          <p:cNvSpPr txBox="1"/>
          <p:nvPr/>
        </p:nvSpPr>
        <p:spPr>
          <a:xfrm>
            <a:off x="4196225" y="3120425"/>
            <a:ext cx="1706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 isteğini karşılar.</a:t>
            </a:r>
            <a:endParaRPr/>
          </a:p>
        </p:txBody>
      </p:sp>
      <p:sp>
        <p:nvSpPr>
          <p:cNvPr id="255" name="Google Shape;255;g34d9c7f49ce_2_150"/>
          <p:cNvSpPr/>
          <p:nvPr/>
        </p:nvSpPr>
        <p:spPr>
          <a:xfrm>
            <a:off x="560200" y="1659400"/>
            <a:ext cx="5515200" cy="1107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g34d9c7f49ce_2_150"/>
          <p:cNvSpPr txBox="1"/>
          <p:nvPr/>
        </p:nvSpPr>
        <p:spPr>
          <a:xfrm rot="-1401">
            <a:off x="841300" y="1962861"/>
            <a:ext cx="1472100" cy="5001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M</a:t>
            </a:r>
            <a:r>
              <a:rPr b="1" lang="tr-TR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odel</a:t>
            </a:r>
            <a:endParaRPr b="1" sz="1500">
              <a:solidFill>
                <a:schemeClr val="lt1"/>
              </a:solidFill>
            </a:endParaRPr>
          </a:p>
        </p:txBody>
      </p:sp>
      <p:sp>
        <p:nvSpPr>
          <p:cNvPr id="257" name="Google Shape;257;g34d9c7f49ce_2_150"/>
          <p:cNvSpPr txBox="1"/>
          <p:nvPr/>
        </p:nvSpPr>
        <p:spPr>
          <a:xfrm rot="-1183">
            <a:off x="6948275" y="1644316"/>
            <a:ext cx="1743000" cy="11064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MVC</a:t>
            </a:r>
            <a:endParaRPr b="1" sz="1500">
              <a:solidFill>
                <a:schemeClr val="lt1"/>
              </a:solidFill>
            </a:endParaRPr>
          </a:p>
        </p:txBody>
      </p:sp>
      <p:cxnSp>
        <p:nvCxnSpPr>
          <p:cNvPr id="258" name="Google Shape;258;g34d9c7f49ce_2_150"/>
          <p:cNvCxnSpPr/>
          <p:nvPr/>
        </p:nvCxnSpPr>
        <p:spPr>
          <a:xfrm>
            <a:off x="6278543" y="2197535"/>
            <a:ext cx="360000" cy="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259" name="Google Shape;259;g34d9c7f49ce_2_150"/>
          <p:cNvSpPr txBox="1"/>
          <p:nvPr/>
        </p:nvSpPr>
        <p:spPr>
          <a:xfrm rot="-1401">
            <a:off x="2581750" y="1962861"/>
            <a:ext cx="1472100" cy="5001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V</a:t>
            </a:r>
            <a:r>
              <a:rPr b="1" lang="tr-TR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iew</a:t>
            </a:r>
            <a:endParaRPr b="1" sz="1500">
              <a:solidFill>
                <a:schemeClr val="lt1"/>
              </a:solidFill>
            </a:endParaRPr>
          </a:p>
        </p:txBody>
      </p:sp>
      <p:sp>
        <p:nvSpPr>
          <p:cNvPr id="260" name="Google Shape;260;g34d9c7f49ce_2_150"/>
          <p:cNvSpPr txBox="1"/>
          <p:nvPr/>
        </p:nvSpPr>
        <p:spPr>
          <a:xfrm rot="-1401">
            <a:off x="4322200" y="1962861"/>
            <a:ext cx="1472100" cy="5001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b="1" lang="tr-TR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ontroller</a:t>
            </a:r>
            <a:endParaRPr b="1" sz="1500">
              <a:solidFill>
                <a:schemeClr val="lt1"/>
              </a:solidFill>
            </a:endParaRPr>
          </a:p>
        </p:txBody>
      </p:sp>
      <p:cxnSp>
        <p:nvCxnSpPr>
          <p:cNvPr id="261" name="Google Shape;261;g34d9c7f49ce_2_150"/>
          <p:cNvCxnSpPr/>
          <p:nvPr/>
        </p:nvCxnSpPr>
        <p:spPr>
          <a:xfrm flipH="1">
            <a:off x="1566725" y="2702525"/>
            <a:ext cx="3600" cy="34170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cxnSp>
        <p:nvCxnSpPr>
          <p:cNvPr id="262" name="Google Shape;262;g34d9c7f49ce_2_150"/>
          <p:cNvCxnSpPr/>
          <p:nvPr/>
        </p:nvCxnSpPr>
        <p:spPr>
          <a:xfrm flipH="1">
            <a:off x="3316000" y="2702525"/>
            <a:ext cx="3600" cy="34170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cxnSp>
        <p:nvCxnSpPr>
          <p:cNvPr id="263" name="Google Shape;263;g34d9c7f49ce_2_150"/>
          <p:cNvCxnSpPr/>
          <p:nvPr/>
        </p:nvCxnSpPr>
        <p:spPr>
          <a:xfrm flipH="1">
            <a:off x="5065275" y="2702525"/>
            <a:ext cx="3600" cy="34170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4d9c7f49ce_2_168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270" name="Google Shape;270;g34d9c7f49ce_2_168"/>
          <p:cNvSpPr txBox="1"/>
          <p:nvPr/>
        </p:nvSpPr>
        <p:spPr>
          <a:xfrm>
            <a:off x="2687853" y="843550"/>
            <a:ext cx="382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https://sadikturan.com/index.html</a:t>
            </a:r>
            <a:endParaRPr/>
          </a:p>
        </p:txBody>
      </p:sp>
      <p:sp>
        <p:nvSpPr>
          <p:cNvPr id="271" name="Google Shape;271;g34d9c7f49ce_2_168"/>
          <p:cNvSpPr/>
          <p:nvPr/>
        </p:nvSpPr>
        <p:spPr>
          <a:xfrm rot="-5400000">
            <a:off x="2920448" y="1046272"/>
            <a:ext cx="206700" cy="540000"/>
          </a:xfrm>
          <a:prstGeom prst="leftBrace">
            <a:avLst>
              <a:gd fmla="val 29067" name="adj1"/>
              <a:gd fmla="val 50000" name="adj2"/>
            </a:avLst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g34d9c7f49ce_2_168"/>
          <p:cNvSpPr txBox="1"/>
          <p:nvPr/>
        </p:nvSpPr>
        <p:spPr>
          <a:xfrm>
            <a:off x="2663852" y="1428489"/>
            <a:ext cx="711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Protokol</a:t>
            </a:r>
            <a:endParaRPr/>
          </a:p>
        </p:txBody>
      </p:sp>
      <p:sp>
        <p:nvSpPr>
          <p:cNvPr id="273" name="Google Shape;273;g34d9c7f49ce_2_168"/>
          <p:cNvSpPr/>
          <p:nvPr/>
        </p:nvSpPr>
        <p:spPr>
          <a:xfrm rot="-5400000">
            <a:off x="4105722" y="563707"/>
            <a:ext cx="206700" cy="1446000"/>
          </a:xfrm>
          <a:prstGeom prst="leftBrace">
            <a:avLst>
              <a:gd fmla="val 29067" name="adj1"/>
              <a:gd fmla="val 50000" name="adj2"/>
            </a:avLst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g34d9c7f49ce_2_168"/>
          <p:cNvSpPr txBox="1"/>
          <p:nvPr/>
        </p:nvSpPr>
        <p:spPr>
          <a:xfrm>
            <a:off x="3667882" y="1414157"/>
            <a:ext cx="1082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Domain Name</a:t>
            </a:r>
            <a:endParaRPr/>
          </a:p>
        </p:txBody>
      </p:sp>
      <p:sp>
        <p:nvSpPr>
          <p:cNvPr id="275" name="Google Shape;275;g34d9c7f49ce_2_168"/>
          <p:cNvSpPr/>
          <p:nvPr/>
        </p:nvSpPr>
        <p:spPr>
          <a:xfrm rot="-5400000">
            <a:off x="5394867" y="814050"/>
            <a:ext cx="206700" cy="952500"/>
          </a:xfrm>
          <a:prstGeom prst="leftBrace">
            <a:avLst>
              <a:gd fmla="val 29067" name="adj1"/>
              <a:gd fmla="val 50000" name="adj2"/>
            </a:avLst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g34d9c7f49ce_2_168"/>
          <p:cNvSpPr txBox="1"/>
          <p:nvPr/>
        </p:nvSpPr>
        <p:spPr>
          <a:xfrm>
            <a:off x="5303946" y="1405447"/>
            <a:ext cx="4653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Path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g34d9c7f49ce_2_168"/>
          <p:cNvSpPr txBox="1"/>
          <p:nvPr/>
        </p:nvSpPr>
        <p:spPr>
          <a:xfrm>
            <a:off x="179512" y="123478"/>
            <a:ext cx="1278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tr-TR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Mvc Nedir?</a:t>
            </a:r>
            <a:endParaRPr/>
          </a:p>
        </p:txBody>
      </p:sp>
      <p:pic>
        <p:nvPicPr>
          <p:cNvPr id="278" name="Google Shape;278;g34d9c7f49ce_2_1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3885" y="2137515"/>
            <a:ext cx="1685400" cy="1685400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g34d9c7f49ce_2_168"/>
          <p:cNvSpPr txBox="1"/>
          <p:nvPr/>
        </p:nvSpPr>
        <p:spPr>
          <a:xfrm>
            <a:off x="1385288" y="2332738"/>
            <a:ext cx="1385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800">
                <a:solidFill>
                  <a:srgbClr val="455B65"/>
                </a:solidFill>
                <a:latin typeface="Calibri"/>
                <a:ea typeface="Calibri"/>
                <a:cs typeface="Calibri"/>
                <a:sym typeface="Calibri"/>
              </a:rPr>
              <a:t>https://sadikturan.com</a:t>
            </a:r>
            <a:endParaRPr sz="800">
              <a:solidFill>
                <a:srgbClr val="455B65"/>
              </a:solidFill>
            </a:endParaRPr>
          </a:p>
        </p:txBody>
      </p:sp>
      <p:pic>
        <p:nvPicPr>
          <p:cNvPr id="280" name="Google Shape;280;g34d9c7f49ce_2_16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20938" y="2332748"/>
            <a:ext cx="983245" cy="121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g34d9c7f49ce_2_168"/>
          <p:cNvSpPr txBox="1"/>
          <p:nvPr/>
        </p:nvSpPr>
        <p:spPr>
          <a:xfrm>
            <a:off x="6550313" y="1982238"/>
            <a:ext cx="618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server</a:t>
            </a:r>
            <a:endParaRPr sz="1300">
              <a:solidFill>
                <a:schemeClr val="accent2"/>
              </a:solidFill>
            </a:endParaRPr>
          </a:p>
        </p:txBody>
      </p:sp>
      <p:cxnSp>
        <p:nvCxnSpPr>
          <p:cNvPr id="282" name="Google Shape;282;g34d9c7f49ce_2_168"/>
          <p:cNvCxnSpPr/>
          <p:nvPr/>
        </p:nvCxnSpPr>
        <p:spPr>
          <a:xfrm>
            <a:off x="3217810" y="2702488"/>
            <a:ext cx="26136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283" name="Google Shape;283;g34d9c7f49ce_2_168"/>
          <p:cNvSpPr/>
          <p:nvPr/>
        </p:nvSpPr>
        <p:spPr>
          <a:xfrm>
            <a:off x="4009898" y="2522476"/>
            <a:ext cx="983100" cy="3600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REQUEST</a:t>
            </a:r>
            <a:endParaRPr/>
          </a:p>
        </p:txBody>
      </p:sp>
      <p:cxnSp>
        <p:nvCxnSpPr>
          <p:cNvPr id="284" name="Google Shape;284;g34d9c7f49ce_2_168"/>
          <p:cNvCxnSpPr/>
          <p:nvPr/>
        </p:nvCxnSpPr>
        <p:spPr>
          <a:xfrm rot="10800000">
            <a:off x="3228825" y="3257952"/>
            <a:ext cx="2613600" cy="0"/>
          </a:xfrm>
          <a:prstGeom prst="straightConnector1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85" name="Google Shape;285;g34d9c7f49ce_2_168"/>
          <p:cNvSpPr/>
          <p:nvPr/>
        </p:nvSpPr>
        <p:spPr>
          <a:xfrm>
            <a:off x="4009899" y="3077940"/>
            <a:ext cx="983100" cy="3600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RESPONSE</a:t>
            </a:r>
            <a:endParaRPr/>
          </a:p>
        </p:txBody>
      </p:sp>
      <p:pic>
        <p:nvPicPr>
          <p:cNvPr id="286" name="Google Shape;286;g34d9c7f49ce_2_16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18065" y="3694262"/>
            <a:ext cx="455125" cy="568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g34d9c7f49ce_2_16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304475" y="3724100"/>
            <a:ext cx="509225" cy="5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g34d9c7f49ce_2_16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844975" y="3724112"/>
            <a:ext cx="509225" cy="5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9" name="Google Shape;289;g34d9c7f49ce_2_16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91690" y="2695762"/>
            <a:ext cx="455125" cy="568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4d9c7f49ce_2_193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296" name="Google Shape;296;g34d9c7f49ce_2_193"/>
          <p:cNvSpPr/>
          <p:nvPr/>
        </p:nvSpPr>
        <p:spPr>
          <a:xfrm>
            <a:off x="857682" y="2342997"/>
            <a:ext cx="1830300" cy="519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</a:t>
            </a:r>
            <a:endParaRPr/>
          </a:p>
        </p:txBody>
      </p:sp>
      <p:sp>
        <p:nvSpPr>
          <p:cNvPr id="297" name="Google Shape;297;g34d9c7f49ce_2_193"/>
          <p:cNvSpPr/>
          <p:nvPr/>
        </p:nvSpPr>
        <p:spPr>
          <a:xfrm>
            <a:off x="6126078" y="2342997"/>
            <a:ext cx="1830300" cy="519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View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g34d9c7f49ce_2_193"/>
          <p:cNvSpPr/>
          <p:nvPr/>
        </p:nvSpPr>
        <p:spPr>
          <a:xfrm>
            <a:off x="3491880" y="2342997"/>
            <a:ext cx="1830300" cy="519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Controller</a:t>
            </a:r>
            <a:endParaRPr/>
          </a:p>
        </p:txBody>
      </p:sp>
      <p:sp>
        <p:nvSpPr>
          <p:cNvPr id="299" name="Google Shape;299;g34d9c7f49ce_2_193"/>
          <p:cNvSpPr/>
          <p:nvPr/>
        </p:nvSpPr>
        <p:spPr>
          <a:xfrm>
            <a:off x="4047018" y="3920819"/>
            <a:ext cx="720000" cy="864000"/>
          </a:xfrm>
          <a:prstGeom prst="can">
            <a:avLst>
              <a:gd fmla="val 25000" name="adj"/>
            </a:avLst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g34d9c7f49ce_2_193"/>
          <p:cNvSpPr txBox="1"/>
          <p:nvPr/>
        </p:nvSpPr>
        <p:spPr>
          <a:xfrm>
            <a:off x="2687838" y="843558"/>
            <a:ext cx="3069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https://sadikturan.com/</a:t>
            </a:r>
            <a:r>
              <a:rPr lang="tr-TR" sz="18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kurslar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301" name="Google Shape;301;g34d9c7f49ce_2_193"/>
          <p:cNvSpPr/>
          <p:nvPr/>
        </p:nvSpPr>
        <p:spPr>
          <a:xfrm rot="-5400000">
            <a:off x="2920448" y="1046272"/>
            <a:ext cx="206700" cy="540000"/>
          </a:xfrm>
          <a:prstGeom prst="leftBrace">
            <a:avLst>
              <a:gd fmla="val 29067" name="adj1"/>
              <a:gd fmla="val 50000" name="adj2"/>
            </a:avLst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g34d9c7f49ce_2_193"/>
          <p:cNvSpPr txBox="1"/>
          <p:nvPr/>
        </p:nvSpPr>
        <p:spPr>
          <a:xfrm>
            <a:off x="2663852" y="1428489"/>
            <a:ext cx="711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Protokol</a:t>
            </a:r>
            <a:endParaRPr/>
          </a:p>
        </p:txBody>
      </p:sp>
      <p:sp>
        <p:nvSpPr>
          <p:cNvPr id="303" name="Google Shape;303;g34d9c7f49ce_2_193"/>
          <p:cNvSpPr/>
          <p:nvPr/>
        </p:nvSpPr>
        <p:spPr>
          <a:xfrm rot="-5400000">
            <a:off x="4105722" y="563707"/>
            <a:ext cx="206700" cy="1446000"/>
          </a:xfrm>
          <a:prstGeom prst="leftBrace">
            <a:avLst>
              <a:gd fmla="val 29067" name="adj1"/>
              <a:gd fmla="val 50000" name="adj2"/>
            </a:avLst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g34d9c7f49ce_2_193"/>
          <p:cNvSpPr txBox="1"/>
          <p:nvPr/>
        </p:nvSpPr>
        <p:spPr>
          <a:xfrm>
            <a:off x="3667882" y="1414157"/>
            <a:ext cx="1082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Domain Name</a:t>
            </a:r>
            <a:endParaRPr/>
          </a:p>
        </p:txBody>
      </p:sp>
      <p:sp>
        <p:nvSpPr>
          <p:cNvPr id="305" name="Google Shape;305;g34d9c7f49ce_2_193"/>
          <p:cNvSpPr/>
          <p:nvPr/>
        </p:nvSpPr>
        <p:spPr>
          <a:xfrm rot="-5400000">
            <a:off x="5188636" y="1020312"/>
            <a:ext cx="206700" cy="540000"/>
          </a:xfrm>
          <a:prstGeom prst="leftBrace">
            <a:avLst>
              <a:gd fmla="val 29067" name="adj1"/>
              <a:gd fmla="val 50000" name="adj2"/>
            </a:avLst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g34d9c7f49ce_2_193"/>
          <p:cNvSpPr txBox="1"/>
          <p:nvPr/>
        </p:nvSpPr>
        <p:spPr>
          <a:xfrm>
            <a:off x="5075346" y="1405447"/>
            <a:ext cx="4653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Path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g34d9c7f49ce_2_193"/>
          <p:cNvSpPr txBox="1"/>
          <p:nvPr/>
        </p:nvSpPr>
        <p:spPr>
          <a:xfrm>
            <a:off x="1331640" y="2977551"/>
            <a:ext cx="736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Veri taşır</a:t>
            </a:r>
            <a:endParaRPr/>
          </a:p>
        </p:txBody>
      </p:sp>
      <p:sp>
        <p:nvSpPr>
          <p:cNvPr id="308" name="Google Shape;308;g34d9c7f49ce_2_193"/>
          <p:cNvSpPr txBox="1"/>
          <p:nvPr/>
        </p:nvSpPr>
        <p:spPr>
          <a:xfrm>
            <a:off x="6371421" y="2977551"/>
            <a:ext cx="13395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Görüntü oluşturur.</a:t>
            </a:r>
            <a:endParaRPr/>
          </a:p>
        </p:txBody>
      </p:sp>
      <p:sp>
        <p:nvSpPr>
          <p:cNvPr id="309" name="Google Shape;309;g34d9c7f49ce_2_193"/>
          <p:cNvSpPr txBox="1"/>
          <p:nvPr/>
        </p:nvSpPr>
        <p:spPr>
          <a:xfrm>
            <a:off x="3377034" y="2977551"/>
            <a:ext cx="2115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Talepleri karşılar ve yönlendirir.</a:t>
            </a:r>
            <a:endParaRPr/>
          </a:p>
        </p:txBody>
      </p:sp>
      <p:sp>
        <p:nvSpPr>
          <p:cNvPr id="310" name="Google Shape;310;g34d9c7f49ce_2_193"/>
          <p:cNvSpPr txBox="1"/>
          <p:nvPr/>
        </p:nvSpPr>
        <p:spPr>
          <a:xfrm>
            <a:off x="179512" y="123478"/>
            <a:ext cx="1278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tr-TR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Mvc Nedir?</a:t>
            </a:r>
            <a:endParaRPr/>
          </a:p>
        </p:txBody>
      </p:sp>
      <p:cxnSp>
        <p:nvCxnSpPr>
          <p:cNvPr id="311" name="Google Shape;311;g34d9c7f49ce_2_193"/>
          <p:cNvCxnSpPr/>
          <p:nvPr/>
        </p:nvCxnSpPr>
        <p:spPr>
          <a:xfrm flipH="1">
            <a:off x="4290525" y="3416788"/>
            <a:ext cx="3600" cy="34170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cxnSp>
        <p:nvCxnSpPr>
          <p:cNvPr id="312" name="Google Shape;312;g34d9c7f49ce_2_193"/>
          <p:cNvCxnSpPr/>
          <p:nvPr/>
        </p:nvCxnSpPr>
        <p:spPr>
          <a:xfrm rot="10800000">
            <a:off x="4531175" y="3416788"/>
            <a:ext cx="3600" cy="34170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cxnSp>
        <p:nvCxnSpPr>
          <p:cNvPr id="313" name="Google Shape;313;g34d9c7f49ce_2_193"/>
          <p:cNvCxnSpPr/>
          <p:nvPr/>
        </p:nvCxnSpPr>
        <p:spPr>
          <a:xfrm rot="-5400000">
            <a:off x="3088125" y="2432088"/>
            <a:ext cx="3600" cy="34170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cxnSp>
        <p:nvCxnSpPr>
          <p:cNvPr id="314" name="Google Shape;314;g34d9c7f49ce_2_193"/>
          <p:cNvCxnSpPr/>
          <p:nvPr/>
        </p:nvCxnSpPr>
        <p:spPr>
          <a:xfrm rot="-5400000">
            <a:off x="5722325" y="2432088"/>
            <a:ext cx="3600" cy="34170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pic>
        <p:nvPicPr>
          <p:cNvPr id="315" name="Google Shape;315;g34d9c7f49ce_2_1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48265" y="3793812"/>
            <a:ext cx="455125" cy="5689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16" name="Google Shape;316;g34d9c7f49ce_2_193"/>
          <p:cNvCxnSpPr/>
          <p:nvPr/>
        </p:nvCxnSpPr>
        <p:spPr>
          <a:xfrm flipH="1">
            <a:off x="7135200" y="3335613"/>
            <a:ext cx="3600" cy="34170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34d9c7f49ce_2_219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323" name="Google Shape;323;g34d9c7f49ce_2_219"/>
          <p:cNvSpPr txBox="1"/>
          <p:nvPr/>
        </p:nvSpPr>
        <p:spPr>
          <a:xfrm>
            <a:off x="1019907" y="2242125"/>
            <a:ext cx="4603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 Nasıl Çalışır?</a:t>
            </a:r>
            <a:endParaRPr sz="16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4d9c7f49ce_2_225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330" name="Google Shape;330;g34d9c7f49ce_2_225"/>
          <p:cNvSpPr txBox="1"/>
          <p:nvPr/>
        </p:nvSpPr>
        <p:spPr>
          <a:xfrm>
            <a:off x="107504" y="123478"/>
            <a:ext cx="1363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 Nasıl Çalışır?</a:t>
            </a:r>
            <a:endParaRPr/>
          </a:p>
        </p:txBody>
      </p:sp>
      <p:pic>
        <p:nvPicPr>
          <p:cNvPr id="331" name="Google Shape;331;g34d9c7f49ce_2_2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98276" y="1996160"/>
            <a:ext cx="983245" cy="1216888"/>
          </a:xfrm>
          <a:prstGeom prst="rect">
            <a:avLst/>
          </a:prstGeom>
          <a:noFill/>
          <a:ln>
            <a:noFill/>
          </a:ln>
        </p:spPr>
      </p:pic>
      <p:pic>
        <p:nvPicPr>
          <p:cNvPr id="332" name="Google Shape;332;g34d9c7f49ce_2_2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1912" y="1996160"/>
            <a:ext cx="1299352" cy="129935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33" name="Google Shape;333;g34d9c7f49ce_2_225"/>
          <p:cNvCxnSpPr/>
          <p:nvPr/>
        </p:nvCxnSpPr>
        <p:spPr>
          <a:xfrm>
            <a:off x="3203848" y="2375738"/>
            <a:ext cx="26136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334" name="Google Shape;334;g34d9c7f49ce_2_225"/>
          <p:cNvSpPr/>
          <p:nvPr/>
        </p:nvSpPr>
        <p:spPr>
          <a:xfrm>
            <a:off x="2992388" y="194230"/>
            <a:ext cx="1296000" cy="279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</a:t>
            </a:r>
            <a:endParaRPr/>
          </a:p>
        </p:txBody>
      </p:sp>
      <p:sp>
        <p:nvSpPr>
          <p:cNvPr id="335" name="Google Shape;335;g34d9c7f49ce_2_225"/>
          <p:cNvSpPr/>
          <p:nvPr/>
        </p:nvSpPr>
        <p:spPr>
          <a:xfrm>
            <a:off x="4402918" y="194230"/>
            <a:ext cx="1296000" cy="279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POST</a:t>
            </a:r>
            <a:endParaRPr/>
          </a:p>
        </p:txBody>
      </p:sp>
      <p:sp>
        <p:nvSpPr>
          <p:cNvPr id="336" name="Google Shape;336;g34d9c7f49ce_2_225"/>
          <p:cNvSpPr/>
          <p:nvPr/>
        </p:nvSpPr>
        <p:spPr>
          <a:xfrm>
            <a:off x="2992388" y="626278"/>
            <a:ext cx="2706600" cy="279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HEADER</a:t>
            </a:r>
            <a:endParaRPr/>
          </a:p>
        </p:txBody>
      </p:sp>
      <p:sp>
        <p:nvSpPr>
          <p:cNvPr id="337" name="Google Shape;337;g34d9c7f49ce_2_225"/>
          <p:cNvSpPr/>
          <p:nvPr/>
        </p:nvSpPr>
        <p:spPr>
          <a:xfrm>
            <a:off x="4402918" y="1072993"/>
            <a:ext cx="1296000" cy="279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BODY</a:t>
            </a:r>
            <a:endParaRPr/>
          </a:p>
        </p:txBody>
      </p:sp>
      <p:sp>
        <p:nvSpPr>
          <p:cNvPr id="338" name="Google Shape;338;g34d9c7f49ce_2_225"/>
          <p:cNvSpPr/>
          <p:nvPr/>
        </p:nvSpPr>
        <p:spPr>
          <a:xfrm>
            <a:off x="3995935" y="2195726"/>
            <a:ext cx="983100" cy="3600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REQUEST</a:t>
            </a:r>
            <a:endParaRPr/>
          </a:p>
        </p:txBody>
      </p:sp>
      <p:cxnSp>
        <p:nvCxnSpPr>
          <p:cNvPr id="339" name="Google Shape;339;g34d9c7f49ce_2_225"/>
          <p:cNvCxnSpPr/>
          <p:nvPr/>
        </p:nvCxnSpPr>
        <p:spPr>
          <a:xfrm rot="10800000">
            <a:off x="3214862" y="2931202"/>
            <a:ext cx="2613600" cy="0"/>
          </a:xfrm>
          <a:prstGeom prst="straightConnector1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340" name="Google Shape;340;g34d9c7f49ce_2_225"/>
          <p:cNvSpPr/>
          <p:nvPr/>
        </p:nvSpPr>
        <p:spPr>
          <a:xfrm>
            <a:off x="3995936" y="2751190"/>
            <a:ext cx="983100" cy="3600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RESPONSE</a:t>
            </a:r>
            <a:endParaRPr/>
          </a:p>
        </p:txBody>
      </p:sp>
      <p:sp>
        <p:nvSpPr>
          <p:cNvPr id="341" name="Google Shape;341;g34d9c7f49ce_2_225"/>
          <p:cNvSpPr/>
          <p:nvPr/>
        </p:nvSpPr>
        <p:spPr>
          <a:xfrm>
            <a:off x="2992388" y="3791269"/>
            <a:ext cx="2706600" cy="279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HEADER</a:t>
            </a:r>
            <a:endParaRPr/>
          </a:p>
        </p:txBody>
      </p:sp>
      <p:sp>
        <p:nvSpPr>
          <p:cNvPr id="342" name="Google Shape;342;g34d9c7f49ce_2_225"/>
          <p:cNvSpPr/>
          <p:nvPr/>
        </p:nvSpPr>
        <p:spPr>
          <a:xfrm>
            <a:off x="2992388" y="4206721"/>
            <a:ext cx="2706600" cy="279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BODY</a:t>
            </a:r>
            <a:endParaRPr/>
          </a:p>
        </p:txBody>
      </p:sp>
      <p:cxnSp>
        <p:nvCxnSpPr>
          <p:cNvPr id="343" name="Google Shape;343;g34d9c7f49ce_2_225"/>
          <p:cNvCxnSpPr/>
          <p:nvPr/>
        </p:nvCxnSpPr>
        <p:spPr>
          <a:xfrm>
            <a:off x="5783159" y="1219006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344" name="Google Shape;344;g34d9c7f49ce_2_225"/>
          <p:cNvSpPr txBox="1"/>
          <p:nvPr/>
        </p:nvSpPr>
        <p:spPr>
          <a:xfrm>
            <a:off x="6168265" y="1080506"/>
            <a:ext cx="836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Form Data</a:t>
            </a:r>
            <a:endParaRPr/>
          </a:p>
        </p:txBody>
      </p:sp>
      <p:cxnSp>
        <p:nvCxnSpPr>
          <p:cNvPr id="345" name="Google Shape;345;g34d9c7f49ce_2_225"/>
          <p:cNvCxnSpPr/>
          <p:nvPr/>
        </p:nvCxnSpPr>
        <p:spPr>
          <a:xfrm>
            <a:off x="5809129" y="4345221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346" name="Google Shape;346;g34d9c7f49ce_2_225"/>
          <p:cNvSpPr txBox="1"/>
          <p:nvPr/>
        </p:nvSpPr>
        <p:spPr>
          <a:xfrm>
            <a:off x="6194235" y="4206721"/>
            <a:ext cx="948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HTML, JSON</a:t>
            </a:r>
            <a:endParaRPr/>
          </a:p>
        </p:txBody>
      </p:sp>
      <p:cxnSp>
        <p:nvCxnSpPr>
          <p:cNvPr id="347" name="Google Shape;347;g34d9c7f49ce_2_225"/>
          <p:cNvCxnSpPr/>
          <p:nvPr/>
        </p:nvCxnSpPr>
        <p:spPr>
          <a:xfrm>
            <a:off x="5809129" y="3905119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348" name="Google Shape;348;g34d9c7f49ce_2_225"/>
          <p:cNvSpPr txBox="1"/>
          <p:nvPr/>
        </p:nvSpPr>
        <p:spPr>
          <a:xfrm>
            <a:off x="6194235" y="3766619"/>
            <a:ext cx="925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Status Code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g34d9c7f49ce_2_225"/>
          <p:cNvSpPr/>
          <p:nvPr/>
        </p:nvSpPr>
        <p:spPr>
          <a:xfrm rot="-1283558">
            <a:off x="7703345" y="2366578"/>
            <a:ext cx="1296205" cy="279385"/>
          </a:xfrm>
          <a:prstGeom prst="rect">
            <a:avLst/>
          </a:prstGeom>
          <a:solidFill>
            <a:schemeClr val="accent2"/>
          </a:solidFill>
          <a:ln cap="flat" cmpd="sng" w="25400">
            <a:solidFill>
              <a:srgbClr val="FF99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Stateless</a:t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4d9c7f49ce_2_250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356" name="Google Shape;356;g34d9c7f49ce_2_250"/>
          <p:cNvSpPr txBox="1"/>
          <p:nvPr/>
        </p:nvSpPr>
        <p:spPr>
          <a:xfrm>
            <a:off x="1019907" y="2242125"/>
            <a:ext cx="4603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Controller</a:t>
            </a:r>
            <a:endParaRPr sz="16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4d9c7f49ce_2_256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363" name="Google Shape;363;g34d9c7f49ce_2_256"/>
          <p:cNvSpPr txBox="1"/>
          <p:nvPr/>
        </p:nvSpPr>
        <p:spPr>
          <a:xfrm>
            <a:off x="-61752" y="42675"/>
            <a:ext cx="13587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Controller</a:t>
            </a:r>
            <a:endParaRPr/>
          </a:p>
        </p:txBody>
      </p:sp>
      <p:sp>
        <p:nvSpPr>
          <p:cNvPr id="364" name="Google Shape;364;g34d9c7f49ce_2_256"/>
          <p:cNvSpPr txBox="1"/>
          <p:nvPr/>
        </p:nvSpPr>
        <p:spPr>
          <a:xfrm>
            <a:off x="566597" y="1765228"/>
            <a:ext cx="2433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https://sadikturan.com/</a:t>
            </a:r>
            <a:r>
              <a:rPr lang="tr-TR" sz="1300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home</a:t>
            </a:r>
            <a:endParaRPr sz="1300">
              <a:solidFill>
                <a:schemeClr val="accent6"/>
              </a:solidFill>
            </a:endParaRPr>
          </a:p>
        </p:txBody>
      </p:sp>
      <p:cxnSp>
        <p:nvCxnSpPr>
          <p:cNvPr id="365" name="Google Shape;365;g34d9c7f49ce_2_256"/>
          <p:cNvCxnSpPr/>
          <p:nvPr/>
        </p:nvCxnSpPr>
        <p:spPr>
          <a:xfrm>
            <a:off x="3555822" y="2236509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366" name="Google Shape;366;g34d9c7f49ce_2_256"/>
          <p:cNvSpPr/>
          <p:nvPr/>
        </p:nvSpPr>
        <p:spPr>
          <a:xfrm>
            <a:off x="4116975" y="1469700"/>
            <a:ext cx="834300" cy="1533600"/>
          </a:xfrm>
          <a:prstGeom prst="rect">
            <a:avLst/>
          </a:prstGeom>
          <a:solidFill>
            <a:schemeClr val="lt2"/>
          </a:solidFill>
          <a:ln cap="flat" cmpd="sng" w="25400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Controller</a:t>
            </a:r>
            <a:endParaRPr/>
          </a:p>
        </p:txBody>
      </p:sp>
      <p:sp>
        <p:nvSpPr>
          <p:cNvPr id="367" name="Google Shape;367;g34d9c7f49ce_2_256"/>
          <p:cNvSpPr/>
          <p:nvPr/>
        </p:nvSpPr>
        <p:spPr>
          <a:xfrm>
            <a:off x="5211525" y="1469700"/>
            <a:ext cx="1358700" cy="5574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Home</a:t>
            </a: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Controller</a:t>
            </a:r>
            <a:endParaRPr/>
          </a:p>
        </p:txBody>
      </p:sp>
      <p:sp>
        <p:nvSpPr>
          <p:cNvPr id="368" name="Google Shape;368;g34d9c7f49ce_2_256"/>
          <p:cNvSpPr txBox="1"/>
          <p:nvPr/>
        </p:nvSpPr>
        <p:spPr>
          <a:xfrm>
            <a:off x="566597" y="2415274"/>
            <a:ext cx="2433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https://sadikturan.com/</a:t>
            </a:r>
            <a:r>
              <a:rPr lang="tr-TR" sz="1300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course</a:t>
            </a:r>
            <a:endParaRPr sz="1300">
              <a:solidFill>
                <a:schemeClr val="accent6"/>
              </a:solidFill>
            </a:endParaRPr>
          </a:p>
        </p:txBody>
      </p:sp>
      <p:sp>
        <p:nvSpPr>
          <p:cNvPr id="369" name="Google Shape;369;g34d9c7f49ce_2_256"/>
          <p:cNvSpPr/>
          <p:nvPr/>
        </p:nvSpPr>
        <p:spPr>
          <a:xfrm>
            <a:off x="5211525" y="2445900"/>
            <a:ext cx="1358700" cy="5574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Course</a:t>
            </a: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Controller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4d9c7f49ce_2_268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376" name="Google Shape;376;g34d9c7f49ce_2_268"/>
          <p:cNvSpPr txBox="1"/>
          <p:nvPr/>
        </p:nvSpPr>
        <p:spPr>
          <a:xfrm>
            <a:off x="1019907" y="2242125"/>
            <a:ext cx="4603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Action Methods</a:t>
            </a:r>
            <a:endParaRPr sz="16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4d9c7f49ce_2_274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383" name="Google Shape;383;g34d9c7f49ce_2_274"/>
          <p:cNvSpPr txBox="1"/>
          <p:nvPr/>
        </p:nvSpPr>
        <p:spPr>
          <a:xfrm>
            <a:off x="-61749" y="42675"/>
            <a:ext cx="1925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Action Methods</a:t>
            </a:r>
            <a:endParaRPr/>
          </a:p>
        </p:txBody>
      </p:sp>
      <p:sp>
        <p:nvSpPr>
          <p:cNvPr id="384" name="Google Shape;384;g34d9c7f49ce_2_274"/>
          <p:cNvSpPr txBox="1"/>
          <p:nvPr/>
        </p:nvSpPr>
        <p:spPr>
          <a:xfrm>
            <a:off x="566600" y="1765225"/>
            <a:ext cx="2729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https://sadikturan.com/</a:t>
            </a:r>
            <a:r>
              <a:rPr lang="tr-TR" sz="1300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home</a:t>
            </a:r>
            <a:endParaRPr sz="1300">
              <a:solidFill>
                <a:schemeClr val="accent6"/>
              </a:solidFill>
            </a:endParaRPr>
          </a:p>
        </p:txBody>
      </p:sp>
      <p:cxnSp>
        <p:nvCxnSpPr>
          <p:cNvPr id="385" name="Google Shape;385;g34d9c7f49ce_2_274"/>
          <p:cNvCxnSpPr/>
          <p:nvPr/>
        </p:nvCxnSpPr>
        <p:spPr>
          <a:xfrm>
            <a:off x="3251022" y="2236509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386" name="Google Shape;386;g34d9c7f49ce_2_274"/>
          <p:cNvSpPr/>
          <p:nvPr/>
        </p:nvSpPr>
        <p:spPr>
          <a:xfrm>
            <a:off x="3812175" y="1469700"/>
            <a:ext cx="834300" cy="1533600"/>
          </a:xfrm>
          <a:prstGeom prst="rect">
            <a:avLst/>
          </a:prstGeom>
          <a:solidFill>
            <a:schemeClr val="lt2"/>
          </a:solidFill>
          <a:ln cap="flat" cmpd="sng" w="25400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Controller</a:t>
            </a:r>
            <a:endParaRPr/>
          </a:p>
        </p:txBody>
      </p:sp>
      <p:sp>
        <p:nvSpPr>
          <p:cNvPr id="387" name="Google Shape;387;g34d9c7f49ce_2_274"/>
          <p:cNvSpPr txBox="1"/>
          <p:nvPr/>
        </p:nvSpPr>
        <p:spPr>
          <a:xfrm>
            <a:off x="566600" y="2415275"/>
            <a:ext cx="2729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https://sadikturan.com/</a:t>
            </a:r>
            <a:r>
              <a:rPr lang="tr-TR" sz="1300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course</a:t>
            </a:r>
            <a:endParaRPr sz="1300">
              <a:solidFill>
                <a:schemeClr val="accent6"/>
              </a:solidFill>
            </a:endParaRPr>
          </a:p>
        </p:txBody>
      </p:sp>
      <p:sp>
        <p:nvSpPr>
          <p:cNvPr id="388" name="Google Shape;388;g34d9c7f49ce_2_274"/>
          <p:cNvSpPr/>
          <p:nvPr/>
        </p:nvSpPr>
        <p:spPr>
          <a:xfrm>
            <a:off x="4888525" y="1469700"/>
            <a:ext cx="1246500" cy="669000"/>
          </a:xfrm>
          <a:prstGeom prst="rect">
            <a:avLst/>
          </a:prstGeom>
          <a:solidFill>
            <a:schemeClr val="lt2"/>
          </a:solidFill>
          <a:ln cap="flat" cmpd="sng" w="25400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HomeController</a:t>
            </a:r>
            <a:endParaRPr/>
          </a:p>
        </p:txBody>
      </p:sp>
      <p:sp>
        <p:nvSpPr>
          <p:cNvPr id="389" name="Google Shape;389;g34d9c7f49ce_2_274"/>
          <p:cNvSpPr/>
          <p:nvPr/>
        </p:nvSpPr>
        <p:spPr>
          <a:xfrm>
            <a:off x="4888525" y="2334300"/>
            <a:ext cx="1246500" cy="669000"/>
          </a:xfrm>
          <a:prstGeom prst="rect">
            <a:avLst/>
          </a:prstGeom>
          <a:solidFill>
            <a:schemeClr val="lt2"/>
          </a:solidFill>
          <a:ln cap="flat" cmpd="sng" w="25400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CourseController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34d9c7f49ce_2_286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396" name="Google Shape;396;g34d9c7f49ce_2_286"/>
          <p:cNvSpPr txBox="1"/>
          <p:nvPr/>
        </p:nvSpPr>
        <p:spPr>
          <a:xfrm>
            <a:off x="-61749" y="42675"/>
            <a:ext cx="1925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Action Methods</a:t>
            </a:r>
            <a:endParaRPr/>
          </a:p>
        </p:txBody>
      </p:sp>
      <p:sp>
        <p:nvSpPr>
          <p:cNvPr id="397" name="Google Shape;397;g34d9c7f49ce_2_286"/>
          <p:cNvSpPr txBox="1"/>
          <p:nvPr/>
        </p:nvSpPr>
        <p:spPr>
          <a:xfrm>
            <a:off x="566600" y="1765225"/>
            <a:ext cx="2729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https://sadikturan.com/</a:t>
            </a:r>
            <a:r>
              <a:rPr lang="tr-TR" sz="1300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home/</a:t>
            </a:r>
            <a:r>
              <a:rPr lang="tr-TR" sz="13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about</a:t>
            </a:r>
            <a:endParaRPr sz="1300">
              <a:solidFill>
                <a:schemeClr val="accent2"/>
              </a:solidFill>
            </a:endParaRPr>
          </a:p>
        </p:txBody>
      </p:sp>
      <p:sp>
        <p:nvSpPr>
          <p:cNvPr id="398" name="Google Shape;398;g34d9c7f49ce_2_286"/>
          <p:cNvSpPr txBox="1"/>
          <p:nvPr/>
        </p:nvSpPr>
        <p:spPr>
          <a:xfrm>
            <a:off x="566600" y="2415275"/>
            <a:ext cx="2729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https://sadikturan.com/</a:t>
            </a:r>
            <a:r>
              <a:rPr lang="tr-TR" sz="1300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course/</a:t>
            </a:r>
            <a:r>
              <a:rPr lang="tr-TR" sz="13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list</a:t>
            </a:r>
            <a:endParaRPr sz="1300">
              <a:solidFill>
                <a:schemeClr val="accent2"/>
              </a:solidFill>
            </a:endParaRPr>
          </a:p>
        </p:txBody>
      </p:sp>
      <p:cxnSp>
        <p:nvCxnSpPr>
          <p:cNvPr id="399" name="Google Shape;399;g34d9c7f49ce_2_286"/>
          <p:cNvCxnSpPr/>
          <p:nvPr/>
        </p:nvCxnSpPr>
        <p:spPr>
          <a:xfrm>
            <a:off x="3251022" y="2236509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400" name="Google Shape;400;g34d9c7f49ce_2_286"/>
          <p:cNvSpPr/>
          <p:nvPr/>
        </p:nvSpPr>
        <p:spPr>
          <a:xfrm>
            <a:off x="3812175" y="1469700"/>
            <a:ext cx="834300" cy="1533600"/>
          </a:xfrm>
          <a:prstGeom prst="rect">
            <a:avLst/>
          </a:prstGeom>
          <a:solidFill>
            <a:schemeClr val="lt2"/>
          </a:solidFill>
          <a:ln cap="flat" cmpd="sng" w="25400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Controller</a:t>
            </a:r>
            <a:endParaRPr/>
          </a:p>
        </p:txBody>
      </p:sp>
      <p:sp>
        <p:nvSpPr>
          <p:cNvPr id="401" name="Google Shape;401;g34d9c7f49ce_2_286"/>
          <p:cNvSpPr/>
          <p:nvPr/>
        </p:nvSpPr>
        <p:spPr>
          <a:xfrm>
            <a:off x="4888525" y="1469700"/>
            <a:ext cx="1246500" cy="669000"/>
          </a:xfrm>
          <a:prstGeom prst="rect">
            <a:avLst/>
          </a:prstGeom>
          <a:solidFill>
            <a:schemeClr val="accent6"/>
          </a:solidFill>
          <a:ln cap="flat" cmpd="sng" w="25400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HomeController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02" name="Google Shape;402;g34d9c7f49ce_2_286"/>
          <p:cNvSpPr/>
          <p:nvPr/>
        </p:nvSpPr>
        <p:spPr>
          <a:xfrm>
            <a:off x="4888525" y="2334300"/>
            <a:ext cx="1246500" cy="669000"/>
          </a:xfrm>
          <a:prstGeom prst="rect">
            <a:avLst/>
          </a:prstGeom>
          <a:solidFill>
            <a:schemeClr val="accent6"/>
          </a:solidFill>
          <a:ln cap="flat" cmpd="sng" w="25400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CourseController</a:t>
            </a:r>
            <a:endParaRPr>
              <a:solidFill>
                <a:schemeClr val="lt1"/>
              </a:solidFill>
            </a:endParaRPr>
          </a:p>
        </p:txBody>
      </p:sp>
      <p:cxnSp>
        <p:nvCxnSpPr>
          <p:cNvPr id="403" name="Google Shape;403;g34d9c7f49ce_2_286"/>
          <p:cNvCxnSpPr/>
          <p:nvPr/>
        </p:nvCxnSpPr>
        <p:spPr>
          <a:xfrm>
            <a:off x="6270722" y="2236509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404" name="Google Shape;404;g34d9c7f49ce_2_286"/>
          <p:cNvSpPr/>
          <p:nvPr/>
        </p:nvSpPr>
        <p:spPr>
          <a:xfrm>
            <a:off x="6752475" y="1469700"/>
            <a:ext cx="1246500" cy="669000"/>
          </a:xfrm>
          <a:prstGeom prst="rect">
            <a:avLst/>
          </a:prstGeom>
          <a:solidFill>
            <a:schemeClr val="accent2"/>
          </a:solidFill>
          <a:ln cap="flat" cmpd="sng" w="25400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About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05" name="Google Shape;405;g34d9c7f49ce_2_286"/>
          <p:cNvSpPr/>
          <p:nvPr/>
        </p:nvSpPr>
        <p:spPr>
          <a:xfrm>
            <a:off x="6752475" y="2334300"/>
            <a:ext cx="1246500" cy="669000"/>
          </a:xfrm>
          <a:prstGeom prst="rect">
            <a:avLst/>
          </a:prstGeom>
          <a:solidFill>
            <a:schemeClr val="accent2"/>
          </a:solidFill>
          <a:ln cap="flat" cmpd="sng" w="25400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List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06" name="Google Shape;406;g34d9c7f49ce_2_286"/>
          <p:cNvSpPr/>
          <p:nvPr/>
        </p:nvSpPr>
        <p:spPr>
          <a:xfrm rot="5400000">
            <a:off x="7233625" y="356400"/>
            <a:ext cx="188100" cy="1647300"/>
          </a:xfrm>
          <a:prstGeom prst="leftBrace">
            <a:avLst>
              <a:gd fmla="val 40079" name="adj1"/>
              <a:gd fmla="val 50000" name="adj2"/>
            </a:avLst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g34d9c7f49ce_2_286"/>
          <p:cNvSpPr txBox="1"/>
          <p:nvPr/>
        </p:nvSpPr>
        <p:spPr>
          <a:xfrm>
            <a:off x="6613675" y="683425"/>
            <a:ext cx="1382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Action Methods</a:t>
            </a:r>
            <a:endParaRPr b="1" sz="1000">
              <a:solidFill>
                <a:schemeClr val="accent2"/>
              </a:solidFill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3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4d9c7f49ce_2_303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414" name="Google Shape;414;g34d9c7f49ce_2_303"/>
          <p:cNvSpPr txBox="1"/>
          <p:nvPr/>
        </p:nvSpPr>
        <p:spPr>
          <a:xfrm>
            <a:off x="1019907" y="2242125"/>
            <a:ext cx="4603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Default Action Methods</a:t>
            </a:r>
            <a:endParaRPr sz="1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34d9c7f49ce_2_309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421" name="Google Shape;421;g34d9c7f49ce_2_309"/>
          <p:cNvSpPr txBox="1"/>
          <p:nvPr/>
        </p:nvSpPr>
        <p:spPr>
          <a:xfrm>
            <a:off x="-61750" y="42675"/>
            <a:ext cx="2393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Default Action Methods</a:t>
            </a:r>
            <a:endParaRPr/>
          </a:p>
        </p:txBody>
      </p:sp>
      <p:sp>
        <p:nvSpPr>
          <p:cNvPr id="422" name="Google Shape;422;g34d9c7f49ce_2_309"/>
          <p:cNvSpPr txBox="1"/>
          <p:nvPr/>
        </p:nvSpPr>
        <p:spPr>
          <a:xfrm>
            <a:off x="2976950" y="958025"/>
            <a:ext cx="5180400" cy="461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26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{controller=</a:t>
            </a:r>
            <a:r>
              <a:rPr lang="tr-TR" sz="18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Home</a:t>
            </a:r>
            <a:r>
              <a:rPr lang="tr-T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} / {action=</a:t>
            </a:r>
            <a:r>
              <a:rPr lang="tr-TR" sz="18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Index</a:t>
            </a:r>
            <a:r>
              <a:rPr lang="tr-T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} / {id?}</a:t>
            </a:r>
            <a:endParaRPr b="1" sz="20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23" name="Google Shape;423;g34d9c7f49ce_2_309"/>
          <p:cNvSpPr txBox="1"/>
          <p:nvPr/>
        </p:nvSpPr>
        <p:spPr>
          <a:xfrm>
            <a:off x="356326" y="1841950"/>
            <a:ext cx="19365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</a:t>
            </a: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.com/</a:t>
            </a:r>
            <a:endParaRPr/>
          </a:p>
        </p:txBody>
      </p:sp>
      <p:sp>
        <p:nvSpPr>
          <p:cNvPr id="424" name="Google Shape;424;g34d9c7f49ce_2_309"/>
          <p:cNvSpPr txBox="1"/>
          <p:nvPr/>
        </p:nvSpPr>
        <p:spPr>
          <a:xfrm>
            <a:off x="345180" y="2432508"/>
            <a:ext cx="20460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</a:t>
            </a: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.com/home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g34d9c7f49ce_2_309"/>
          <p:cNvSpPr/>
          <p:nvPr/>
        </p:nvSpPr>
        <p:spPr>
          <a:xfrm>
            <a:off x="3129713" y="2380498"/>
            <a:ext cx="803100" cy="3078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Home</a:t>
            </a:r>
            <a:endParaRPr/>
          </a:p>
        </p:txBody>
      </p:sp>
      <p:sp>
        <p:nvSpPr>
          <p:cNvPr id="426" name="Google Shape;426;g34d9c7f49ce_2_309"/>
          <p:cNvSpPr/>
          <p:nvPr/>
        </p:nvSpPr>
        <p:spPr>
          <a:xfrm>
            <a:off x="5021235" y="2380498"/>
            <a:ext cx="803100" cy="3078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g34d9c7f49ce_2_309"/>
          <p:cNvSpPr txBox="1"/>
          <p:nvPr/>
        </p:nvSpPr>
        <p:spPr>
          <a:xfrm>
            <a:off x="356326" y="3023050"/>
            <a:ext cx="2263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</a:t>
            </a: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.com/course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g34d9c7f49ce_2_309"/>
          <p:cNvSpPr/>
          <p:nvPr/>
        </p:nvSpPr>
        <p:spPr>
          <a:xfrm>
            <a:off x="3129713" y="2945038"/>
            <a:ext cx="803100" cy="3078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Course</a:t>
            </a:r>
            <a:endParaRPr/>
          </a:p>
        </p:txBody>
      </p:sp>
      <p:sp>
        <p:nvSpPr>
          <p:cNvPr id="429" name="Google Shape;429;g34d9c7f49ce_2_309"/>
          <p:cNvSpPr/>
          <p:nvPr/>
        </p:nvSpPr>
        <p:spPr>
          <a:xfrm>
            <a:off x="5021235" y="2945036"/>
            <a:ext cx="803100" cy="3078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g34d9c7f49ce_2_309"/>
          <p:cNvSpPr/>
          <p:nvPr/>
        </p:nvSpPr>
        <p:spPr>
          <a:xfrm>
            <a:off x="3129713" y="1815958"/>
            <a:ext cx="803100" cy="3078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g34d9c7f49ce_2_309"/>
          <p:cNvSpPr/>
          <p:nvPr/>
        </p:nvSpPr>
        <p:spPr>
          <a:xfrm>
            <a:off x="5021235" y="1815959"/>
            <a:ext cx="803100" cy="3078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g34d9c7f49ce_2_309"/>
          <p:cNvSpPr txBox="1"/>
          <p:nvPr/>
        </p:nvSpPr>
        <p:spPr>
          <a:xfrm>
            <a:off x="7015648" y="1757925"/>
            <a:ext cx="1297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Home/Index</a:t>
            </a:r>
            <a:endParaRPr sz="1500"/>
          </a:p>
        </p:txBody>
      </p:sp>
      <p:sp>
        <p:nvSpPr>
          <p:cNvPr id="433" name="Google Shape;433;g34d9c7f49ce_2_309"/>
          <p:cNvSpPr txBox="1"/>
          <p:nvPr/>
        </p:nvSpPr>
        <p:spPr>
          <a:xfrm>
            <a:off x="7029706" y="2388624"/>
            <a:ext cx="1297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Home/Index</a:t>
            </a:r>
            <a:endParaRPr sz="1500"/>
          </a:p>
        </p:txBody>
      </p:sp>
      <p:sp>
        <p:nvSpPr>
          <p:cNvPr id="434" name="Google Shape;434;g34d9c7f49ce_2_309"/>
          <p:cNvSpPr txBox="1"/>
          <p:nvPr/>
        </p:nvSpPr>
        <p:spPr>
          <a:xfrm>
            <a:off x="7021648" y="2943124"/>
            <a:ext cx="1369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Course/Index</a:t>
            </a:r>
            <a:endParaRPr sz="1500"/>
          </a:p>
        </p:txBody>
      </p:sp>
      <p:cxnSp>
        <p:nvCxnSpPr>
          <p:cNvPr id="435" name="Google Shape;435;g34d9c7f49ce_2_309"/>
          <p:cNvCxnSpPr/>
          <p:nvPr/>
        </p:nvCxnSpPr>
        <p:spPr>
          <a:xfrm>
            <a:off x="6341735" y="1919659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cxnSp>
        <p:nvCxnSpPr>
          <p:cNvPr id="436" name="Google Shape;436;g34d9c7f49ce_2_309"/>
          <p:cNvCxnSpPr/>
          <p:nvPr/>
        </p:nvCxnSpPr>
        <p:spPr>
          <a:xfrm>
            <a:off x="6344722" y="2534409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cxnSp>
        <p:nvCxnSpPr>
          <p:cNvPr id="437" name="Google Shape;437;g34d9c7f49ce_2_309"/>
          <p:cNvCxnSpPr/>
          <p:nvPr/>
        </p:nvCxnSpPr>
        <p:spPr>
          <a:xfrm>
            <a:off x="6341747" y="3089384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438" name="Google Shape;438;g34d9c7f49ce_2_309"/>
          <p:cNvSpPr txBox="1"/>
          <p:nvPr/>
        </p:nvSpPr>
        <p:spPr>
          <a:xfrm>
            <a:off x="356325" y="3616900"/>
            <a:ext cx="25044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</a:t>
            </a: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.com/course/list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g34d9c7f49ce_2_309"/>
          <p:cNvSpPr/>
          <p:nvPr/>
        </p:nvSpPr>
        <p:spPr>
          <a:xfrm>
            <a:off x="3129713" y="3538875"/>
            <a:ext cx="803100" cy="3078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Course</a:t>
            </a:r>
            <a:endParaRPr/>
          </a:p>
        </p:txBody>
      </p:sp>
      <p:sp>
        <p:nvSpPr>
          <p:cNvPr id="440" name="Google Shape;440;g34d9c7f49ce_2_309"/>
          <p:cNvSpPr/>
          <p:nvPr/>
        </p:nvSpPr>
        <p:spPr>
          <a:xfrm>
            <a:off x="5021235" y="3538874"/>
            <a:ext cx="803100" cy="3078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List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g34d9c7f49ce_2_309"/>
          <p:cNvSpPr txBox="1"/>
          <p:nvPr/>
        </p:nvSpPr>
        <p:spPr>
          <a:xfrm>
            <a:off x="7021648" y="3536961"/>
            <a:ext cx="1369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Course/Index</a:t>
            </a:r>
            <a:endParaRPr sz="1500"/>
          </a:p>
        </p:txBody>
      </p:sp>
      <p:cxnSp>
        <p:nvCxnSpPr>
          <p:cNvPr id="442" name="Google Shape;442;g34d9c7f49ce_2_309"/>
          <p:cNvCxnSpPr/>
          <p:nvPr/>
        </p:nvCxnSpPr>
        <p:spPr>
          <a:xfrm>
            <a:off x="6341722" y="3692784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cxnSp>
        <p:nvCxnSpPr>
          <p:cNvPr id="443" name="Google Shape;443;g34d9c7f49ce_2_309"/>
          <p:cNvCxnSpPr/>
          <p:nvPr/>
        </p:nvCxnSpPr>
        <p:spPr>
          <a:xfrm rot="5400000">
            <a:off x="3380835" y="1570184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cxnSp>
        <p:nvCxnSpPr>
          <p:cNvPr id="444" name="Google Shape;444;g34d9c7f49ce_2_309"/>
          <p:cNvCxnSpPr/>
          <p:nvPr/>
        </p:nvCxnSpPr>
        <p:spPr>
          <a:xfrm rot="5400000">
            <a:off x="5272335" y="1570184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g34d9c7f49ce_2_338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451" name="Google Shape;451;g34d9c7f49ce_2_338"/>
          <p:cNvSpPr txBox="1"/>
          <p:nvPr/>
        </p:nvSpPr>
        <p:spPr>
          <a:xfrm>
            <a:off x="760032" y="2222875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Uygulama: Views</a:t>
            </a:r>
            <a:endParaRPr sz="15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34d9c7f49ce_2_344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458" name="Google Shape;458;g34d9c7f49ce_2_344"/>
          <p:cNvSpPr txBox="1"/>
          <p:nvPr/>
        </p:nvSpPr>
        <p:spPr>
          <a:xfrm>
            <a:off x="269022" y="1710740"/>
            <a:ext cx="2433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https://sadikturan.com/</a:t>
            </a:r>
            <a:r>
              <a:rPr lang="tr-TR" sz="13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home</a:t>
            </a:r>
            <a:endParaRPr sz="1300">
              <a:solidFill>
                <a:schemeClr val="accent2"/>
              </a:solidFill>
            </a:endParaRPr>
          </a:p>
        </p:txBody>
      </p:sp>
      <p:cxnSp>
        <p:nvCxnSpPr>
          <p:cNvPr id="459" name="Google Shape;459;g34d9c7f49ce_2_344"/>
          <p:cNvCxnSpPr/>
          <p:nvPr/>
        </p:nvCxnSpPr>
        <p:spPr>
          <a:xfrm>
            <a:off x="3038922" y="2048459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460" name="Google Shape;460;g34d9c7f49ce_2_344"/>
          <p:cNvSpPr/>
          <p:nvPr/>
        </p:nvSpPr>
        <p:spPr>
          <a:xfrm>
            <a:off x="3796125" y="1769750"/>
            <a:ext cx="1358700" cy="5574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HomeController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461" name="Google Shape;461;g34d9c7f49ce_2_344"/>
          <p:cNvSpPr txBox="1"/>
          <p:nvPr/>
        </p:nvSpPr>
        <p:spPr>
          <a:xfrm>
            <a:off x="269022" y="2577486"/>
            <a:ext cx="2433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https://sadikturan.com/</a:t>
            </a:r>
            <a:r>
              <a:rPr lang="tr-TR" sz="13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course</a:t>
            </a:r>
            <a:endParaRPr sz="1300">
              <a:solidFill>
                <a:schemeClr val="accent6"/>
              </a:solidFill>
            </a:endParaRPr>
          </a:p>
        </p:txBody>
      </p:sp>
      <p:sp>
        <p:nvSpPr>
          <p:cNvPr id="462" name="Google Shape;462;g34d9c7f49ce_2_344"/>
          <p:cNvSpPr/>
          <p:nvPr/>
        </p:nvSpPr>
        <p:spPr>
          <a:xfrm>
            <a:off x="3796125" y="2745950"/>
            <a:ext cx="1358700" cy="5574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CourseController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463" name="Google Shape;463;g34d9c7f49ce_2_344"/>
          <p:cNvSpPr/>
          <p:nvPr/>
        </p:nvSpPr>
        <p:spPr>
          <a:xfrm>
            <a:off x="5340225" y="1769750"/>
            <a:ext cx="1358700" cy="2496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Index</a:t>
            </a:r>
            <a:endParaRPr/>
          </a:p>
        </p:txBody>
      </p:sp>
      <p:sp>
        <p:nvSpPr>
          <p:cNvPr id="464" name="Google Shape;464;g34d9c7f49ce_2_344"/>
          <p:cNvSpPr/>
          <p:nvPr/>
        </p:nvSpPr>
        <p:spPr>
          <a:xfrm>
            <a:off x="5340225" y="2077625"/>
            <a:ext cx="1358700" cy="2496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About</a:t>
            </a:r>
            <a:endParaRPr/>
          </a:p>
        </p:txBody>
      </p:sp>
      <p:sp>
        <p:nvSpPr>
          <p:cNvPr id="465" name="Google Shape;465;g34d9c7f49ce_2_344"/>
          <p:cNvSpPr/>
          <p:nvPr/>
        </p:nvSpPr>
        <p:spPr>
          <a:xfrm>
            <a:off x="5340225" y="2745962"/>
            <a:ext cx="1358700" cy="2496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List</a:t>
            </a:r>
            <a:endParaRPr/>
          </a:p>
        </p:txBody>
      </p:sp>
      <p:sp>
        <p:nvSpPr>
          <p:cNvPr id="466" name="Google Shape;466;g34d9c7f49ce_2_344"/>
          <p:cNvSpPr/>
          <p:nvPr/>
        </p:nvSpPr>
        <p:spPr>
          <a:xfrm>
            <a:off x="5340225" y="3048087"/>
            <a:ext cx="1358700" cy="2496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Details</a:t>
            </a:r>
            <a:endParaRPr/>
          </a:p>
        </p:txBody>
      </p:sp>
      <p:sp>
        <p:nvSpPr>
          <p:cNvPr id="467" name="Google Shape;467;g34d9c7f49ce_2_344"/>
          <p:cNvSpPr txBox="1"/>
          <p:nvPr/>
        </p:nvSpPr>
        <p:spPr>
          <a:xfrm>
            <a:off x="269022" y="1927422"/>
            <a:ext cx="2831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https://sadikturan.com/</a:t>
            </a:r>
            <a:r>
              <a:rPr lang="tr-TR" sz="13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home/index</a:t>
            </a:r>
            <a:endParaRPr sz="1300">
              <a:solidFill>
                <a:schemeClr val="accent2"/>
              </a:solidFill>
            </a:endParaRPr>
          </a:p>
        </p:txBody>
      </p:sp>
      <p:sp>
        <p:nvSpPr>
          <p:cNvPr id="468" name="Google Shape;468;g34d9c7f49ce_2_344"/>
          <p:cNvSpPr txBox="1"/>
          <p:nvPr/>
        </p:nvSpPr>
        <p:spPr>
          <a:xfrm>
            <a:off x="269022" y="2144104"/>
            <a:ext cx="2831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https://sadikturan.com/</a:t>
            </a:r>
            <a:r>
              <a:rPr lang="tr-TR" sz="13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home/about</a:t>
            </a:r>
            <a:endParaRPr sz="1300">
              <a:solidFill>
                <a:schemeClr val="accent2"/>
              </a:solidFill>
            </a:endParaRPr>
          </a:p>
        </p:txBody>
      </p:sp>
      <p:sp>
        <p:nvSpPr>
          <p:cNvPr id="469" name="Google Shape;469;g34d9c7f49ce_2_344"/>
          <p:cNvSpPr txBox="1"/>
          <p:nvPr/>
        </p:nvSpPr>
        <p:spPr>
          <a:xfrm>
            <a:off x="269022" y="2794168"/>
            <a:ext cx="27699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https://sadikturan.com/</a:t>
            </a:r>
            <a:r>
              <a:rPr lang="tr-TR" sz="13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course/list</a:t>
            </a:r>
            <a:endParaRPr sz="1300">
              <a:solidFill>
                <a:schemeClr val="accent2"/>
              </a:solidFill>
            </a:endParaRPr>
          </a:p>
        </p:txBody>
      </p:sp>
      <p:sp>
        <p:nvSpPr>
          <p:cNvPr id="470" name="Google Shape;470;g34d9c7f49ce_2_344"/>
          <p:cNvSpPr txBox="1"/>
          <p:nvPr/>
        </p:nvSpPr>
        <p:spPr>
          <a:xfrm>
            <a:off x="269022" y="3010850"/>
            <a:ext cx="27699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https://sadikturan.com/</a:t>
            </a:r>
            <a:r>
              <a:rPr lang="tr-TR" sz="13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course/details</a:t>
            </a:r>
            <a:endParaRPr sz="1300">
              <a:solidFill>
                <a:schemeClr val="accent2"/>
              </a:solidFill>
            </a:endParaRPr>
          </a:p>
        </p:txBody>
      </p:sp>
      <p:sp>
        <p:nvSpPr>
          <p:cNvPr id="471" name="Google Shape;471;g34d9c7f49ce_2_344"/>
          <p:cNvSpPr/>
          <p:nvPr/>
        </p:nvSpPr>
        <p:spPr>
          <a:xfrm rot="5400000">
            <a:off x="7811900" y="604125"/>
            <a:ext cx="188100" cy="1692900"/>
          </a:xfrm>
          <a:prstGeom prst="leftBrace">
            <a:avLst>
              <a:gd fmla="val 40079" name="adj1"/>
              <a:gd fmla="val 50000" name="adj2"/>
            </a:avLst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g34d9c7f49ce_2_344"/>
          <p:cNvSpPr txBox="1"/>
          <p:nvPr/>
        </p:nvSpPr>
        <p:spPr>
          <a:xfrm>
            <a:off x="7619300" y="971050"/>
            <a:ext cx="5733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View</a:t>
            </a:r>
            <a:endParaRPr b="1" sz="1000">
              <a:solidFill>
                <a:schemeClr val="accent2"/>
              </a:solidFill>
            </a:endParaRPr>
          </a:p>
        </p:txBody>
      </p:sp>
      <p:sp>
        <p:nvSpPr>
          <p:cNvPr id="473" name="Google Shape;473;g34d9c7f49ce_2_344"/>
          <p:cNvSpPr txBox="1"/>
          <p:nvPr/>
        </p:nvSpPr>
        <p:spPr>
          <a:xfrm>
            <a:off x="150026" y="105875"/>
            <a:ext cx="1925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Views</a:t>
            </a:r>
            <a:endParaRPr/>
          </a:p>
        </p:txBody>
      </p:sp>
      <p:sp>
        <p:nvSpPr>
          <p:cNvPr id="474" name="Google Shape;474;g34d9c7f49ce_2_344"/>
          <p:cNvSpPr/>
          <p:nvPr/>
        </p:nvSpPr>
        <p:spPr>
          <a:xfrm rot="5400000">
            <a:off x="5147975" y="-162525"/>
            <a:ext cx="188100" cy="3226200"/>
          </a:xfrm>
          <a:prstGeom prst="leftBrace">
            <a:avLst>
              <a:gd fmla="val 40079" name="adj1"/>
              <a:gd fmla="val 50000" name="adj2"/>
            </a:avLst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g34d9c7f49ce_2_344"/>
          <p:cNvSpPr txBox="1"/>
          <p:nvPr/>
        </p:nvSpPr>
        <p:spPr>
          <a:xfrm>
            <a:off x="4780025" y="930700"/>
            <a:ext cx="924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Controller</a:t>
            </a:r>
            <a:endParaRPr b="1" sz="1000">
              <a:solidFill>
                <a:schemeClr val="accent2"/>
              </a:solidFill>
            </a:endParaRPr>
          </a:p>
        </p:txBody>
      </p:sp>
      <p:cxnSp>
        <p:nvCxnSpPr>
          <p:cNvPr id="476" name="Google Shape;476;g34d9c7f49ce_2_344"/>
          <p:cNvCxnSpPr/>
          <p:nvPr/>
        </p:nvCxnSpPr>
        <p:spPr>
          <a:xfrm>
            <a:off x="7154622" y="1927434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477" name="Google Shape;477;g34d9c7f49ce_2_344"/>
          <p:cNvSpPr txBox="1"/>
          <p:nvPr/>
        </p:nvSpPr>
        <p:spPr>
          <a:xfrm>
            <a:off x="7512925" y="1769750"/>
            <a:ext cx="1008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Index.cshtml</a:t>
            </a:r>
            <a:endParaRPr b="1" sz="1000">
              <a:solidFill>
                <a:schemeClr val="accent2"/>
              </a:solidFill>
            </a:endParaRPr>
          </a:p>
        </p:txBody>
      </p:sp>
      <p:cxnSp>
        <p:nvCxnSpPr>
          <p:cNvPr id="478" name="Google Shape;478;g34d9c7f49ce_2_344"/>
          <p:cNvCxnSpPr/>
          <p:nvPr/>
        </p:nvCxnSpPr>
        <p:spPr>
          <a:xfrm>
            <a:off x="7154622" y="2208109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479" name="Google Shape;479;g34d9c7f49ce_2_344"/>
          <p:cNvSpPr txBox="1"/>
          <p:nvPr/>
        </p:nvSpPr>
        <p:spPr>
          <a:xfrm>
            <a:off x="7512925" y="2069646"/>
            <a:ext cx="1147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About.cshtml</a:t>
            </a:r>
            <a:endParaRPr b="1" sz="1000">
              <a:solidFill>
                <a:schemeClr val="accent2"/>
              </a:solidFill>
            </a:endParaRPr>
          </a:p>
        </p:txBody>
      </p:sp>
      <p:cxnSp>
        <p:nvCxnSpPr>
          <p:cNvPr id="480" name="Google Shape;480;g34d9c7f49ce_2_344"/>
          <p:cNvCxnSpPr/>
          <p:nvPr/>
        </p:nvCxnSpPr>
        <p:spPr>
          <a:xfrm>
            <a:off x="7134572" y="2884309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481" name="Google Shape;481;g34d9c7f49ce_2_344"/>
          <p:cNvSpPr txBox="1"/>
          <p:nvPr/>
        </p:nvSpPr>
        <p:spPr>
          <a:xfrm>
            <a:off x="7512925" y="2737967"/>
            <a:ext cx="1008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List.cshtml</a:t>
            </a:r>
            <a:endParaRPr b="1" sz="1000">
              <a:solidFill>
                <a:schemeClr val="accent2"/>
              </a:solidFill>
            </a:endParaRPr>
          </a:p>
        </p:txBody>
      </p:sp>
      <p:cxnSp>
        <p:nvCxnSpPr>
          <p:cNvPr id="482" name="Google Shape;482;g34d9c7f49ce_2_344"/>
          <p:cNvCxnSpPr/>
          <p:nvPr/>
        </p:nvCxnSpPr>
        <p:spPr>
          <a:xfrm>
            <a:off x="7134572" y="3164984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483" name="Google Shape;483;g34d9c7f49ce_2_344"/>
          <p:cNvSpPr txBox="1"/>
          <p:nvPr/>
        </p:nvSpPr>
        <p:spPr>
          <a:xfrm>
            <a:off x="7512925" y="3018638"/>
            <a:ext cx="1147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Details.cshtml</a:t>
            </a:r>
            <a:endParaRPr b="1" sz="1000">
              <a:solidFill>
                <a:schemeClr val="accent2"/>
              </a:solidFill>
            </a:endParaRPr>
          </a:p>
        </p:txBody>
      </p:sp>
      <p:cxnSp>
        <p:nvCxnSpPr>
          <p:cNvPr id="484" name="Google Shape;484;g34d9c7f49ce_2_344"/>
          <p:cNvCxnSpPr/>
          <p:nvPr/>
        </p:nvCxnSpPr>
        <p:spPr>
          <a:xfrm>
            <a:off x="3038922" y="3024659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34d9c7f49ce_2_376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491" name="Google Shape;491;g34d9c7f49ce_2_376"/>
          <p:cNvSpPr txBox="1"/>
          <p:nvPr/>
        </p:nvSpPr>
        <p:spPr>
          <a:xfrm>
            <a:off x="760032" y="2222875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Layout</a:t>
            </a:r>
            <a:endParaRPr sz="15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g34d9c7f49ce_2_382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498" name="Google Shape;498;g34d9c7f49ce_2_382"/>
          <p:cNvSpPr txBox="1"/>
          <p:nvPr/>
        </p:nvSpPr>
        <p:spPr>
          <a:xfrm>
            <a:off x="35496" y="25747"/>
            <a:ext cx="682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Layout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g34d9c7f49ce_2_382"/>
          <p:cNvSpPr/>
          <p:nvPr/>
        </p:nvSpPr>
        <p:spPr>
          <a:xfrm>
            <a:off x="995028" y="475134"/>
            <a:ext cx="1632900" cy="15927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g34d9c7f49ce_2_382"/>
          <p:cNvSpPr/>
          <p:nvPr/>
        </p:nvSpPr>
        <p:spPr>
          <a:xfrm>
            <a:off x="1147428" y="572480"/>
            <a:ext cx="1336200" cy="2184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g34d9c7f49ce_2_382"/>
          <p:cNvSpPr/>
          <p:nvPr/>
        </p:nvSpPr>
        <p:spPr>
          <a:xfrm>
            <a:off x="1147428" y="915566"/>
            <a:ext cx="1336200" cy="6480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g34d9c7f49ce_2_382"/>
          <p:cNvSpPr/>
          <p:nvPr/>
        </p:nvSpPr>
        <p:spPr>
          <a:xfrm>
            <a:off x="1147428" y="1688412"/>
            <a:ext cx="1336200" cy="2184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g34d9c7f49ce_2_382"/>
          <p:cNvSpPr/>
          <p:nvPr/>
        </p:nvSpPr>
        <p:spPr>
          <a:xfrm>
            <a:off x="3267472" y="475134"/>
            <a:ext cx="1632900" cy="15927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g34d9c7f49ce_2_382"/>
          <p:cNvSpPr/>
          <p:nvPr/>
        </p:nvSpPr>
        <p:spPr>
          <a:xfrm>
            <a:off x="3419872" y="572480"/>
            <a:ext cx="1336200" cy="2184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g34d9c7f49ce_2_382"/>
          <p:cNvSpPr/>
          <p:nvPr/>
        </p:nvSpPr>
        <p:spPr>
          <a:xfrm>
            <a:off x="3419872" y="915566"/>
            <a:ext cx="1336200" cy="6480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g34d9c7f49ce_2_382"/>
          <p:cNvSpPr/>
          <p:nvPr/>
        </p:nvSpPr>
        <p:spPr>
          <a:xfrm>
            <a:off x="3419872" y="1688412"/>
            <a:ext cx="1336200" cy="2184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g34d9c7f49ce_2_382"/>
          <p:cNvSpPr txBox="1"/>
          <p:nvPr/>
        </p:nvSpPr>
        <p:spPr>
          <a:xfrm>
            <a:off x="5545894" y="1054936"/>
            <a:ext cx="343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endParaRPr/>
          </a:p>
        </p:txBody>
      </p:sp>
      <p:sp>
        <p:nvSpPr>
          <p:cNvPr id="508" name="Google Shape;508;g34d9c7f49ce_2_382"/>
          <p:cNvSpPr/>
          <p:nvPr/>
        </p:nvSpPr>
        <p:spPr>
          <a:xfrm>
            <a:off x="6660232" y="475134"/>
            <a:ext cx="1632900" cy="15927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g34d9c7f49ce_2_382"/>
          <p:cNvSpPr/>
          <p:nvPr/>
        </p:nvSpPr>
        <p:spPr>
          <a:xfrm>
            <a:off x="6812632" y="572480"/>
            <a:ext cx="1336200" cy="2184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g34d9c7f49ce_2_382"/>
          <p:cNvSpPr/>
          <p:nvPr/>
        </p:nvSpPr>
        <p:spPr>
          <a:xfrm>
            <a:off x="6812632" y="915566"/>
            <a:ext cx="1336200" cy="6480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g34d9c7f49ce_2_382"/>
          <p:cNvSpPr/>
          <p:nvPr/>
        </p:nvSpPr>
        <p:spPr>
          <a:xfrm>
            <a:off x="6812632" y="1688412"/>
            <a:ext cx="1336200" cy="2184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g34d9c7f49ce_2_382"/>
          <p:cNvSpPr/>
          <p:nvPr/>
        </p:nvSpPr>
        <p:spPr>
          <a:xfrm>
            <a:off x="995028" y="2623523"/>
            <a:ext cx="1632900" cy="15927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g34d9c7f49ce_2_382"/>
          <p:cNvSpPr/>
          <p:nvPr/>
        </p:nvSpPr>
        <p:spPr>
          <a:xfrm>
            <a:off x="1147428" y="2720869"/>
            <a:ext cx="1336200" cy="2184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g34d9c7f49ce_2_382"/>
          <p:cNvSpPr/>
          <p:nvPr/>
        </p:nvSpPr>
        <p:spPr>
          <a:xfrm>
            <a:off x="1147428" y="3063955"/>
            <a:ext cx="1336200" cy="6480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RenderBody()</a:t>
            </a:r>
            <a:endParaRPr sz="1100"/>
          </a:p>
        </p:txBody>
      </p:sp>
      <p:sp>
        <p:nvSpPr>
          <p:cNvPr id="515" name="Google Shape;515;g34d9c7f49ce_2_382"/>
          <p:cNvSpPr/>
          <p:nvPr/>
        </p:nvSpPr>
        <p:spPr>
          <a:xfrm>
            <a:off x="1147428" y="3836801"/>
            <a:ext cx="1336200" cy="2184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g34d9c7f49ce_2_382"/>
          <p:cNvSpPr/>
          <p:nvPr/>
        </p:nvSpPr>
        <p:spPr>
          <a:xfrm>
            <a:off x="3141250" y="3063676"/>
            <a:ext cx="1336200" cy="6480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g34d9c7f49ce_2_382"/>
          <p:cNvSpPr/>
          <p:nvPr/>
        </p:nvSpPr>
        <p:spPr>
          <a:xfrm>
            <a:off x="4641752" y="3059410"/>
            <a:ext cx="1336200" cy="6480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g34d9c7f49ce_2_382"/>
          <p:cNvSpPr/>
          <p:nvPr/>
        </p:nvSpPr>
        <p:spPr>
          <a:xfrm>
            <a:off x="2758085" y="3276265"/>
            <a:ext cx="272400" cy="274800"/>
          </a:xfrm>
          <a:prstGeom prst="mathPlus">
            <a:avLst>
              <a:gd fmla="val 5974" name="adj1"/>
            </a:avLst>
          </a:prstGeom>
          <a:solidFill>
            <a:schemeClr val="lt1"/>
          </a:solidFill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19" name="Google Shape;519;g34d9c7f49ce_2_382"/>
          <p:cNvCxnSpPr/>
          <p:nvPr/>
        </p:nvCxnSpPr>
        <p:spPr>
          <a:xfrm>
            <a:off x="6084168" y="3363838"/>
            <a:ext cx="288000" cy="0"/>
          </a:xfrm>
          <a:prstGeom prst="straightConnector1">
            <a:avLst/>
          </a:prstGeom>
          <a:noFill/>
          <a:ln cap="flat" cmpd="sng" w="25400">
            <a:solidFill>
              <a:schemeClr val="accent3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520" name="Google Shape;520;g34d9c7f49ce_2_382"/>
          <p:cNvSpPr/>
          <p:nvPr/>
        </p:nvSpPr>
        <p:spPr>
          <a:xfrm>
            <a:off x="6660232" y="2623523"/>
            <a:ext cx="1632900" cy="15927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g34d9c7f49ce_2_382"/>
          <p:cNvSpPr/>
          <p:nvPr/>
        </p:nvSpPr>
        <p:spPr>
          <a:xfrm>
            <a:off x="6812632" y="2720869"/>
            <a:ext cx="1336200" cy="2184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g34d9c7f49ce_2_382"/>
          <p:cNvSpPr/>
          <p:nvPr/>
        </p:nvSpPr>
        <p:spPr>
          <a:xfrm>
            <a:off x="6812632" y="3063955"/>
            <a:ext cx="1336200" cy="6480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g34d9c7f49ce_2_382"/>
          <p:cNvSpPr/>
          <p:nvPr/>
        </p:nvSpPr>
        <p:spPr>
          <a:xfrm>
            <a:off x="6812632" y="3836801"/>
            <a:ext cx="1336200" cy="2184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g34d9c7f49ce_2_382"/>
          <p:cNvSpPr txBox="1"/>
          <p:nvPr/>
        </p:nvSpPr>
        <p:spPr>
          <a:xfrm>
            <a:off x="2235943" y="202719"/>
            <a:ext cx="4956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index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g34d9c7f49ce_2_382"/>
          <p:cNvSpPr txBox="1"/>
          <p:nvPr/>
        </p:nvSpPr>
        <p:spPr>
          <a:xfrm>
            <a:off x="4625939" y="202719"/>
            <a:ext cx="349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list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g34d9c7f49ce_2_382"/>
          <p:cNvSpPr txBox="1"/>
          <p:nvPr/>
        </p:nvSpPr>
        <p:spPr>
          <a:xfrm>
            <a:off x="2188340" y="2331748"/>
            <a:ext cx="5421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layout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g34d9c7f49ce_2_382"/>
          <p:cNvSpPr txBox="1"/>
          <p:nvPr/>
        </p:nvSpPr>
        <p:spPr>
          <a:xfrm>
            <a:off x="4052858" y="2797800"/>
            <a:ext cx="4956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index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g34d9c7f49ce_2_382"/>
          <p:cNvSpPr txBox="1"/>
          <p:nvPr/>
        </p:nvSpPr>
        <p:spPr>
          <a:xfrm>
            <a:off x="5700324" y="2797800"/>
            <a:ext cx="349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list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34d9c7f49ce_2_418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535" name="Google Shape;535;g34d9c7f49ce_2_418"/>
          <p:cNvSpPr txBox="1"/>
          <p:nvPr/>
        </p:nvSpPr>
        <p:spPr>
          <a:xfrm>
            <a:off x="760032" y="2222875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 Öğreniyoruz?</a:t>
            </a:r>
            <a:endParaRPr sz="15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0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34d9c7f49ce_2_424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542" name="Google Shape;542;g34d9c7f49ce_2_424"/>
          <p:cNvSpPr txBox="1"/>
          <p:nvPr/>
        </p:nvSpPr>
        <p:spPr>
          <a:xfrm>
            <a:off x="1914130" y="649500"/>
            <a:ext cx="1693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 Öğreniyoruz?</a:t>
            </a:r>
            <a:endParaRPr b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g34d9c7f49ce_2_424"/>
          <p:cNvSpPr txBox="1"/>
          <p:nvPr/>
        </p:nvSpPr>
        <p:spPr>
          <a:xfrm>
            <a:off x="2074048" y="1147175"/>
            <a:ext cx="2664300" cy="28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Backend Nedir?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.NET Core Nedir?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.NET Kurulumu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Proje Oluşturma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MVC Nedir?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Controllers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Action Methods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Views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Links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Layout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Partial Views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Static Files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4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4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4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4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4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4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4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4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4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4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4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4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4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8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34d9c7f49ce_2_431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550" name="Google Shape;550;g34d9c7f49ce_2_431"/>
          <p:cNvSpPr txBox="1"/>
          <p:nvPr/>
        </p:nvSpPr>
        <p:spPr>
          <a:xfrm>
            <a:off x="760032" y="2222875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Değişken Tanımlama</a:t>
            </a:r>
            <a:endParaRPr sz="15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34d9c7f49ce_2_437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557" name="Google Shape;557;g34d9c7f49ce_2_437"/>
          <p:cNvSpPr txBox="1"/>
          <p:nvPr/>
        </p:nvSpPr>
        <p:spPr>
          <a:xfrm>
            <a:off x="-68032" y="90500"/>
            <a:ext cx="1884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Değişken Tanımlama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g34d9c7f49ce_2_437"/>
          <p:cNvSpPr txBox="1"/>
          <p:nvPr/>
        </p:nvSpPr>
        <p:spPr>
          <a:xfrm>
            <a:off x="1676548" y="1400625"/>
            <a:ext cx="57909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Değişken: </a:t>
            </a: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Geçici bellekte veri saklamak için kullanılan depo.</a:t>
            </a:r>
            <a:endParaRPr sz="1200"/>
          </a:p>
        </p:txBody>
      </p:sp>
      <p:sp>
        <p:nvSpPr>
          <p:cNvPr id="559" name="Google Shape;559;g34d9c7f49ce_2_437"/>
          <p:cNvSpPr/>
          <p:nvPr/>
        </p:nvSpPr>
        <p:spPr>
          <a:xfrm>
            <a:off x="1816875" y="2340975"/>
            <a:ext cx="1219500" cy="731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latin typeface="Calibri"/>
                <a:ea typeface="Calibri"/>
                <a:cs typeface="Calibri"/>
                <a:sym typeface="Calibri"/>
              </a:rPr>
              <a:t>10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g34d9c7f49ce_2_437"/>
          <p:cNvSpPr/>
          <p:nvPr/>
        </p:nvSpPr>
        <p:spPr>
          <a:xfrm>
            <a:off x="3354050" y="2340975"/>
            <a:ext cx="1219500" cy="731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latin typeface="Calibri"/>
                <a:ea typeface="Calibri"/>
                <a:cs typeface="Calibri"/>
                <a:sym typeface="Calibri"/>
              </a:rPr>
              <a:t>20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g34d9c7f49ce_2_437"/>
          <p:cNvSpPr/>
          <p:nvPr/>
        </p:nvSpPr>
        <p:spPr>
          <a:xfrm>
            <a:off x="5440750" y="2340975"/>
            <a:ext cx="1219500" cy="731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latin typeface="Calibri"/>
                <a:ea typeface="Calibri"/>
                <a:cs typeface="Calibri"/>
                <a:sym typeface="Calibri"/>
              </a:rPr>
              <a:t>30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g34d9c7f49ce_2_437"/>
          <p:cNvSpPr txBox="1"/>
          <p:nvPr/>
        </p:nvSpPr>
        <p:spPr>
          <a:xfrm>
            <a:off x="2293449" y="3219000"/>
            <a:ext cx="292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endParaRPr sz="1500"/>
          </a:p>
        </p:txBody>
      </p:sp>
      <p:sp>
        <p:nvSpPr>
          <p:cNvPr id="563" name="Google Shape;563;g34d9c7f49ce_2_437"/>
          <p:cNvSpPr txBox="1"/>
          <p:nvPr/>
        </p:nvSpPr>
        <p:spPr>
          <a:xfrm>
            <a:off x="3817699" y="3219000"/>
            <a:ext cx="292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</a:t>
            </a:r>
            <a:endParaRPr sz="1500"/>
          </a:p>
        </p:txBody>
      </p:sp>
      <p:sp>
        <p:nvSpPr>
          <p:cNvPr id="564" name="Google Shape;564;g34d9c7f49ce_2_437"/>
          <p:cNvSpPr txBox="1"/>
          <p:nvPr/>
        </p:nvSpPr>
        <p:spPr>
          <a:xfrm>
            <a:off x="5904399" y="3219000"/>
            <a:ext cx="292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endParaRPr sz="15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g34d9c7f49ce_2_450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571" name="Google Shape;571;g34d9c7f49ce_2_450"/>
          <p:cNvSpPr txBox="1"/>
          <p:nvPr/>
        </p:nvSpPr>
        <p:spPr>
          <a:xfrm>
            <a:off x="-68032" y="90500"/>
            <a:ext cx="1884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Değişken Tanımlama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g34d9c7f49ce_2_450"/>
          <p:cNvSpPr txBox="1"/>
          <p:nvPr/>
        </p:nvSpPr>
        <p:spPr>
          <a:xfrm>
            <a:off x="2254722" y="1284663"/>
            <a:ext cx="42105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&lt;</a:t>
            </a:r>
            <a:r>
              <a:rPr b="1" lang="tr-T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Veri_Tipi</a:t>
            </a: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&gt; &lt;</a:t>
            </a:r>
            <a:r>
              <a:rPr b="1" lang="tr-T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Değişken_Adı</a:t>
            </a: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&gt; = &lt;</a:t>
            </a:r>
            <a:r>
              <a:rPr b="1" lang="tr-T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Değer</a:t>
            </a: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&gt;</a:t>
            </a:r>
            <a:endParaRPr sz="1500"/>
          </a:p>
        </p:txBody>
      </p:sp>
      <p:cxnSp>
        <p:nvCxnSpPr>
          <p:cNvPr id="573" name="Google Shape;573;g34d9c7f49ce_2_450"/>
          <p:cNvCxnSpPr/>
          <p:nvPr/>
        </p:nvCxnSpPr>
        <p:spPr>
          <a:xfrm flipH="1">
            <a:off x="2904347" y="1858147"/>
            <a:ext cx="2700" cy="26550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574" name="Google Shape;574;g34d9c7f49ce_2_450"/>
          <p:cNvSpPr txBox="1"/>
          <p:nvPr/>
        </p:nvSpPr>
        <p:spPr>
          <a:xfrm>
            <a:off x="2640648" y="2282588"/>
            <a:ext cx="5301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 </a:t>
            </a:r>
            <a:endParaRPr sz="1500"/>
          </a:p>
        </p:txBody>
      </p:sp>
      <p:sp>
        <p:nvSpPr>
          <p:cNvPr id="575" name="Google Shape;575;g34d9c7f49ce_2_450"/>
          <p:cNvSpPr txBox="1"/>
          <p:nvPr/>
        </p:nvSpPr>
        <p:spPr>
          <a:xfrm>
            <a:off x="3845176" y="2282588"/>
            <a:ext cx="8697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sayi1</a:t>
            </a:r>
            <a:endParaRPr sz="1500"/>
          </a:p>
        </p:txBody>
      </p:sp>
      <p:cxnSp>
        <p:nvCxnSpPr>
          <p:cNvPr id="576" name="Google Shape;576;g34d9c7f49ce_2_450"/>
          <p:cNvCxnSpPr/>
          <p:nvPr/>
        </p:nvCxnSpPr>
        <p:spPr>
          <a:xfrm flipH="1">
            <a:off x="4221722" y="1858147"/>
            <a:ext cx="2700" cy="26550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577" name="Google Shape;577;g34d9c7f49ce_2_450"/>
          <p:cNvSpPr txBox="1"/>
          <p:nvPr/>
        </p:nvSpPr>
        <p:spPr>
          <a:xfrm>
            <a:off x="5565876" y="2282588"/>
            <a:ext cx="8697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1500"/>
          </a:p>
        </p:txBody>
      </p:sp>
      <p:cxnSp>
        <p:nvCxnSpPr>
          <p:cNvPr id="578" name="Google Shape;578;g34d9c7f49ce_2_450"/>
          <p:cNvCxnSpPr/>
          <p:nvPr/>
        </p:nvCxnSpPr>
        <p:spPr>
          <a:xfrm flipH="1">
            <a:off x="5747922" y="1858147"/>
            <a:ext cx="2700" cy="26550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3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g34d9c7f49ce_2_463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585" name="Google Shape;585;g34d9c7f49ce_2_463"/>
          <p:cNvSpPr txBox="1"/>
          <p:nvPr/>
        </p:nvSpPr>
        <p:spPr>
          <a:xfrm>
            <a:off x="-68032" y="90500"/>
            <a:ext cx="1884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Değişken Tanımlama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g34d9c7f49ce_2_463"/>
          <p:cNvSpPr txBox="1"/>
          <p:nvPr/>
        </p:nvSpPr>
        <p:spPr>
          <a:xfrm>
            <a:off x="1676548" y="1323700"/>
            <a:ext cx="57909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Değişken Tanımlama Kuralları;</a:t>
            </a:r>
            <a:endParaRPr sz="1200"/>
          </a:p>
        </p:txBody>
      </p:sp>
      <p:sp>
        <p:nvSpPr>
          <p:cNvPr id="587" name="Google Shape;587;g34d9c7f49ce_2_463"/>
          <p:cNvSpPr txBox="1"/>
          <p:nvPr/>
        </p:nvSpPr>
        <p:spPr>
          <a:xfrm>
            <a:off x="1816873" y="1761850"/>
            <a:ext cx="57909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Küçük harfle başlaması tavsiye edilir.</a:t>
            </a:r>
            <a:endParaRPr sz="1200"/>
          </a:p>
        </p:txBody>
      </p:sp>
      <p:sp>
        <p:nvSpPr>
          <p:cNvPr id="588" name="Google Shape;588;g34d9c7f49ce_2_463"/>
          <p:cNvSpPr txBox="1"/>
          <p:nvPr/>
        </p:nvSpPr>
        <p:spPr>
          <a:xfrm>
            <a:off x="1816873" y="2060347"/>
            <a:ext cx="63630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Birden fazla kelime kullanılacaksa arada boşluk olmaz. (‘_’ kullanılır.)</a:t>
            </a:r>
            <a:endParaRPr sz="1200"/>
          </a:p>
        </p:txBody>
      </p:sp>
      <p:sp>
        <p:nvSpPr>
          <p:cNvPr id="589" name="Google Shape;589;g34d9c7f49ce_2_463"/>
          <p:cNvSpPr txBox="1"/>
          <p:nvPr/>
        </p:nvSpPr>
        <p:spPr>
          <a:xfrm>
            <a:off x="1816873" y="2358844"/>
            <a:ext cx="57909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Türkçe karakter kullanmamalıyız.</a:t>
            </a:r>
            <a:endParaRPr sz="1200"/>
          </a:p>
        </p:txBody>
      </p:sp>
      <p:sp>
        <p:nvSpPr>
          <p:cNvPr id="590" name="Google Shape;590;g34d9c7f49ce_2_463"/>
          <p:cNvSpPr txBox="1"/>
          <p:nvPr/>
        </p:nvSpPr>
        <p:spPr>
          <a:xfrm>
            <a:off x="1816873" y="2657341"/>
            <a:ext cx="57909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Komut isimleri değişken ismi olamaz.</a:t>
            </a:r>
            <a:endParaRPr sz="1200"/>
          </a:p>
        </p:txBody>
      </p:sp>
      <p:sp>
        <p:nvSpPr>
          <p:cNvPr id="591" name="Google Shape;591;g34d9c7f49ce_2_463"/>
          <p:cNvSpPr txBox="1"/>
          <p:nvPr/>
        </p:nvSpPr>
        <p:spPr>
          <a:xfrm>
            <a:off x="1816873" y="2955838"/>
            <a:ext cx="57909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Sayı ile başlayamaz.</a:t>
            </a:r>
            <a:endParaRPr sz="12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g34d9c7f49ce_2_475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598" name="Google Shape;598;g34d9c7f49ce_2_475"/>
          <p:cNvSpPr txBox="1"/>
          <p:nvPr/>
        </p:nvSpPr>
        <p:spPr>
          <a:xfrm>
            <a:off x="820182" y="2186850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Models</a:t>
            </a:r>
            <a:endParaRPr sz="15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g34d9c7f49ce_2_481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605" name="Google Shape;605;g34d9c7f49ce_2_481"/>
          <p:cNvSpPr/>
          <p:nvPr/>
        </p:nvSpPr>
        <p:spPr>
          <a:xfrm>
            <a:off x="3425563" y="2178700"/>
            <a:ext cx="20181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View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g34d9c7f49ce_2_481"/>
          <p:cNvSpPr/>
          <p:nvPr/>
        </p:nvSpPr>
        <p:spPr>
          <a:xfrm>
            <a:off x="3425571" y="845301"/>
            <a:ext cx="20181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Controller</a:t>
            </a:r>
            <a:endParaRPr/>
          </a:p>
        </p:txBody>
      </p:sp>
      <p:sp>
        <p:nvSpPr>
          <p:cNvPr id="607" name="Google Shape;607;g34d9c7f49ce_2_481"/>
          <p:cNvSpPr txBox="1"/>
          <p:nvPr/>
        </p:nvSpPr>
        <p:spPr>
          <a:xfrm>
            <a:off x="107504" y="123478"/>
            <a:ext cx="662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Models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08" name="Google Shape;608;g34d9c7f49ce_2_481"/>
          <p:cNvCxnSpPr/>
          <p:nvPr/>
        </p:nvCxnSpPr>
        <p:spPr>
          <a:xfrm>
            <a:off x="1702775" y="1068913"/>
            <a:ext cx="1346700" cy="0"/>
          </a:xfrm>
          <a:prstGeom prst="straightConnector1">
            <a:avLst/>
          </a:prstGeom>
          <a:noFill/>
          <a:ln cap="flat" cmpd="sng" w="381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609" name="Google Shape;609;g34d9c7f49ce_2_481"/>
          <p:cNvSpPr/>
          <p:nvPr/>
        </p:nvSpPr>
        <p:spPr>
          <a:xfrm>
            <a:off x="2006986" y="930392"/>
            <a:ext cx="682500" cy="276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Request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10" name="Google Shape;610;g34d9c7f49ce_2_4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96841" y="3422647"/>
            <a:ext cx="875552" cy="87555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11" name="Google Shape;611;g34d9c7f49ce_2_481"/>
          <p:cNvCxnSpPr/>
          <p:nvPr/>
        </p:nvCxnSpPr>
        <p:spPr>
          <a:xfrm>
            <a:off x="5890075" y="1141313"/>
            <a:ext cx="0" cy="1035900"/>
          </a:xfrm>
          <a:prstGeom prst="straightConnector1">
            <a:avLst/>
          </a:prstGeom>
          <a:noFill/>
          <a:ln cap="flat" cmpd="sng" w="381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612" name="Google Shape;612;g34d9c7f49ce_2_481"/>
          <p:cNvSpPr txBox="1"/>
          <p:nvPr/>
        </p:nvSpPr>
        <p:spPr>
          <a:xfrm>
            <a:off x="6280335" y="1592225"/>
            <a:ext cx="1001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ViewData</a:t>
            </a:r>
            <a:endParaRPr b="1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g34d9c7f49ce_2_481"/>
          <p:cNvSpPr txBox="1"/>
          <p:nvPr/>
        </p:nvSpPr>
        <p:spPr>
          <a:xfrm>
            <a:off x="6280337" y="1884725"/>
            <a:ext cx="6825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</a:t>
            </a:r>
            <a:endParaRPr b="1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g34d9c7f49ce_2_481"/>
          <p:cNvSpPr/>
          <p:nvPr/>
        </p:nvSpPr>
        <p:spPr>
          <a:xfrm>
            <a:off x="6440123" y="713004"/>
            <a:ext cx="474300" cy="579600"/>
          </a:xfrm>
          <a:prstGeom prst="can">
            <a:avLst>
              <a:gd fmla="val 25000" name="adj"/>
            </a:avLst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15" name="Google Shape;615;g34d9c7f49ce_2_481"/>
          <p:cNvCxnSpPr/>
          <p:nvPr/>
        </p:nvCxnSpPr>
        <p:spPr>
          <a:xfrm>
            <a:off x="4434625" y="2933038"/>
            <a:ext cx="0" cy="489600"/>
          </a:xfrm>
          <a:prstGeom prst="straightConnector1">
            <a:avLst/>
          </a:prstGeom>
          <a:noFill/>
          <a:ln cap="flat" cmpd="sng" w="381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34d9c7f49ce_2_497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622" name="Google Shape;622;g34d9c7f49ce_2_497"/>
          <p:cNvSpPr txBox="1"/>
          <p:nvPr/>
        </p:nvSpPr>
        <p:spPr>
          <a:xfrm>
            <a:off x="820182" y="2186850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Class</a:t>
            </a:r>
            <a:endParaRPr sz="15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g34d9c7f49ce_2_503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629" name="Google Shape;629;g34d9c7f49ce_2_503"/>
          <p:cNvSpPr txBox="1"/>
          <p:nvPr/>
        </p:nvSpPr>
        <p:spPr>
          <a:xfrm>
            <a:off x="7" y="0"/>
            <a:ext cx="4603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Class</a:t>
            </a:r>
            <a:endParaRPr sz="1200"/>
          </a:p>
        </p:txBody>
      </p:sp>
      <p:sp>
        <p:nvSpPr>
          <p:cNvPr id="630" name="Google Shape;630;g34d9c7f49ce_2_503"/>
          <p:cNvSpPr/>
          <p:nvPr/>
        </p:nvSpPr>
        <p:spPr>
          <a:xfrm>
            <a:off x="1144927" y="1190375"/>
            <a:ext cx="15789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Class</a:t>
            </a:r>
            <a:endParaRPr/>
          </a:p>
        </p:txBody>
      </p:sp>
      <p:sp>
        <p:nvSpPr>
          <p:cNvPr id="631" name="Google Shape;631;g34d9c7f49ce_2_503"/>
          <p:cNvSpPr/>
          <p:nvPr/>
        </p:nvSpPr>
        <p:spPr>
          <a:xfrm>
            <a:off x="3984102" y="1190375"/>
            <a:ext cx="15789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Urun</a:t>
            </a:r>
            <a:endParaRPr/>
          </a:p>
        </p:txBody>
      </p:sp>
      <p:sp>
        <p:nvSpPr>
          <p:cNvPr id="632" name="Google Shape;632;g34d9c7f49ce_2_503"/>
          <p:cNvSpPr/>
          <p:nvPr/>
        </p:nvSpPr>
        <p:spPr>
          <a:xfrm>
            <a:off x="6778102" y="1190375"/>
            <a:ext cx="15789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Kurs</a:t>
            </a:r>
            <a:endParaRPr/>
          </a:p>
        </p:txBody>
      </p:sp>
      <p:cxnSp>
        <p:nvCxnSpPr>
          <p:cNvPr id="633" name="Google Shape;633;g34d9c7f49ce_2_503"/>
          <p:cNvCxnSpPr/>
          <p:nvPr/>
        </p:nvCxnSpPr>
        <p:spPr>
          <a:xfrm>
            <a:off x="2995862" y="1414013"/>
            <a:ext cx="4728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634" name="Google Shape;634;g34d9c7f49ce_2_503"/>
          <p:cNvSpPr txBox="1"/>
          <p:nvPr/>
        </p:nvSpPr>
        <p:spPr>
          <a:xfrm>
            <a:off x="3294888" y="2396508"/>
            <a:ext cx="5421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urun1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g34d9c7f49ce_2_503"/>
          <p:cNvSpPr/>
          <p:nvPr/>
        </p:nvSpPr>
        <p:spPr>
          <a:xfrm>
            <a:off x="3984102" y="2303650"/>
            <a:ext cx="15789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urunAdi: "Samsung S25"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fiyat: 60000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g34d9c7f49ce_2_503"/>
          <p:cNvSpPr txBox="1"/>
          <p:nvPr/>
        </p:nvSpPr>
        <p:spPr>
          <a:xfrm>
            <a:off x="4029275" y="810400"/>
            <a:ext cx="15789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{urunAdi: " ", fiyat: " " }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g34d9c7f49ce_2_503"/>
          <p:cNvSpPr txBox="1"/>
          <p:nvPr/>
        </p:nvSpPr>
        <p:spPr>
          <a:xfrm>
            <a:off x="6778100" y="810400"/>
            <a:ext cx="15789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{kursAdi: " ", resim: " " }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g34d9c7f49ce_2_503"/>
          <p:cNvSpPr txBox="1"/>
          <p:nvPr/>
        </p:nvSpPr>
        <p:spPr>
          <a:xfrm>
            <a:off x="3294888" y="3181108"/>
            <a:ext cx="5421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urun2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g34d9c7f49ce_2_503"/>
          <p:cNvSpPr/>
          <p:nvPr/>
        </p:nvSpPr>
        <p:spPr>
          <a:xfrm>
            <a:off x="3984102" y="3088250"/>
            <a:ext cx="15789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urunAdi: "Samsung S26"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fiyat: 70000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g34d9c7f49ce_2_503"/>
          <p:cNvSpPr txBox="1"/>
          <p:nvPr/>
        </p:nvSpPr>
        <p:spPr>
          <a:xfrm>
            <a:off x="6088888" y="2396508"/>
            <a:ext cx="5421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kurs1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" name="Google Shape;641;g34d9c7f49ce_2_503"/>
          <p:cNvSpPr/>
          <p:nvPr/>
        </p:nvSpPr>
        <p:spPr>
          <a:xfrm>
            <a:off x="6778102" y="2303650"/>
            <a:ext cx="15789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kursAdi: "Django Kursu"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resim: ‘1.jpg’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g34d9c7f49ce_2_503"/>
          <p:cNvSpPr txBox="1"/>
          <p:nvPr/>
        </p:nvSpPr>
        <p:spPr>
          <a:xfrm>
            <a:off x="6088888" y="3181108"/>
            <a:ext cx="5421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kurs2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g34d9c7f49ce_2_503"/>
          <p:cNvSpPr/>
          <p:nvPr/>
        </p:nvSpPr>
        <p:spPr>
          <a:xfrm>
            <a:off x="6778102" y="3088250"/>
            <a:ext cx="15789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kursAdi: "Python Kursu"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resim: "2.jpg"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8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g34d9c7f49ce_2_523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650" name="Google Shape;650;g34d9c7f49ce_2_523"/>
          <p:cNvSpPr/>
          <p:nvPr/>
        </p:nvSpPr>
        <p:spPr>
          <a:xfrm>
            <a:off x="3021346" y="2214254"/>
            <a:ext cx="902700" cy="2340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Course</a:t>
            </a:r>
            <a:endParaRPr/>
          </a:p>
        </p:txBody>
      </p:sp>
      <p:sp>
        <p:nvSpPr>
          <p:cNvPr id="651" name="Google Shape;651;g34d9c7f49ce_2_523"/>
          <p:cNvSpPr/>
          <p:nvPr/>
        </p:nvSpPr>
        <p:spPr>
          <a:xfrm>
            <a:off x="4887574" y="1185471"/>
            <a:ext cx="14307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View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" name="Google Shape;652;g34d9c7f49ce_2_523"/>
          <p:cNvSpPr/>
          <p:nvPr/>
        </p:nvSpPr>
        <p:spPr>
          <a:xfrm>
            <a:off x="1923883" y="1190376"/>
            <a:ext cx="20181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Controller</a:t>
            </a:r>
            <a:endParaRPr/>
          </a:p>
        </p:txBody>
      </p:sp>
      <p:sp>
        <p:nvSpPr>
          <p:cNvPr id="653" name="Google Shape;653;g34d9c7f49ce_2_523"/>
          <p:cNvSpPr/>
          <p:nvPr/>
        </p:nvSpPr>
        <p:spPr>
          <a:xfrm>
            <a:off x="2340369" y="3795886"/>
            <a:ext cx="720000" cy="864000"/>
          </a:xfrm>
          <a:prstGeom prst="can">
            <a:avLst>
              <a:gd fmla="val 25000" name="adj"/>
            </a:avLst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54" name="Google Shape;654;g34d9c7f49ce_2_523"/>
          <p:cNvCxnSpPr/>
          <p:nvPr/>
        </p:nvCxnSpPr>
        <p:spPr>
          <a:xfrm>
            <a:off x="2700409" y="2126078"/>
            <a:ext cx="0" cy="1224000"/>
          </a:xfrm>
          <a:prstGeom prst="straightConnector1">
            <a:avLst/>
          </a:prstGeom>
          <a:noFill/>
          <a:ln cap="flat" cmpd="sng" w="38100">
            <a:solidFill>
              <a:schemeClr val="accent3"/>
            </a:solidFill>
            <a:prstDash val="solid"/>
            <a:round/>
            <a:headEnd len="sm" w="sm" type="none"/>
            <a:tailEnd len="med" w="med" type="stealth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cxnSp>
        <p:nvCxnSpPr>
          <p:cNvPr id="655" name="Google Shape;655;g34d9c7f49ce_2_523"/>
          <p:cNvCxnSpPr/>
          <p:nvPr/>
        </p:nvCxnSpPr>
        <p:spPr>
          <a:xfrm>
            <a:off x="4168675" y="1414050"/>
            <a:ext cx="403200" cy="0"/>
          </a:xfrm>
          <a:prstGeom prst="straightConnector1">
            <a:avLst/>
          </a:prstGeom>
          <a:noFill/>
          <a:ln cap="flat" cmpd="sng" w="28575">
            <a:solidFill>
              <a:schemeClr val="accent3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656" name="Google Shape;656;g34d9c7f49ce_2_523"/>
          <p:cNvSpPr txBox="1"/>
          <p:nvPr/>
        </p:nvSpPr>
        <p:spPr>
          <a:xfrm>
            <a:off x="107504" y="123478"/>
            <a:ext cx="662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Models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57" name="Google Shape;657;g34d9c7f49ce_2_523"/>
          <p:cNvCxnSpPr/>
          <p:nvPr/>
        </p:nvCxnSpPr>
        <p:spPr>
          <a:xfrm>
            <a:off x="201087" y="1413988"/>
            <a:ext cx="1346700" cy="0"/>
          </a:xfrm>
          <a:prstGeom prst="straightConnector1">
            <a:avLst/>
          </a:prstGeom>
          <a:noFill/>
          <a:ln cap="flat" cmpd="sng" w="381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658" name="Google Shape;658;g34d9c7f49ce_2_523"/>
          <p:cNvSpPr/>
          <p:nvPr/>
        </p:nvSpPr>
        <p:spPr>
          <a:xfrm>
            <a:off x="505298" y="1275467"/>
            <a:ext cx="682500" cy="276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Request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59" name="Google Shape;659;g34d9c7f49ce_2_5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34875" y="4049684"/>
            <a:ext cx="675511" cy="675511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g34d9c7f49ce_2_523"/>
          <p:cNvSpPr/>
          <p:nvPr/>
        </p:nvSpPr>
        <p:spPr>
          <a:xfrm>
            <a:off x="3021346" y="2525962"/>
            <a:ext cx="902700" cy="2340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Course</a:t>
            </a:r>
            <a:endParaRPr/>
          </a:p>
        </p:txBody>
      </p:sp>
      <p:sp>
        <p:nvSpPr>
          <p:cNvPr id="661" name="Google Shape;661;g34d9c7f49ce_2_523"/>
          <p:cNvSpPr txBox="1"/>
          <p:nvPr/>
        </p:nvSpPr>
        <p:spPr>
          <a:xfrm>
            <a:off x="3300949" y="2653004"/>
            <a:ext cx="343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endParaRPr/>
          </a:p>
        </p:txBody>
      </p:sp>
      <p:sp>
        <p:nvSpPr>
          <p:cNvPr id="662" name="Google Shape;662;g34d9c7f49ce_2_523"/>
          <p:cNvSpPr/>
          <p:nvPr/>
        </p:nvSpPr>
        <p:spPr>
          <a:xfrm>
            <a:off x="3021346" y="3006341"/>
            <a:ext cx="902700" cy="2340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Course</a:t>
            </a:r>
            <a:endParaRPr/>
          </a:p>
        </p:txBody>
      </p:sp>
      <p:pic>
        <p:nvPicPr>
          <p:cNvPr id="663" name="Google Shape;663;g34d9c7f49ce_2_5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24328" y="971272"/>
            <a:ext cx="875552" cy="875552"/>
          </a:xfrm>
          <a:prstGeom prst="rect">
            <a:avLst/>
          </a:prstGeom>
          <a:noFill/>
          <a:ln>
            <a:noFill/>
          </a:ln>
        </p:spPr>
      </p:pic>
      <p:sp>
        <p:nvSpPr>
          <p:cNvPr id="664" name="Google Shape;664;g34d9c7f49ce_2_523"/>
          <p:cNvSpPr/>
          <p:nvPr/>
        </p:nvSpPr>
        <p:spPr>
          <a:xfrm rot="10800000">
            <a:off x="4060444" y="2083314"/>
            <a:ext cx="332400" cy="1266900"/>
          </a:xfrm>
          <a:prstGeom prst="leftBrace">
            <a:avLst>
              <a:gd fmla="val 49155" name="adj1"/>
              <a:gd fmla="val 50000" name="adj2"/>
            </a:avLst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g34d9c7f49ce_2_523"/>
          <p:cNvSpPr/>
          <p:nvPr/>
        </p:nvSpPr>
        <p:spPr>
          <a:xfrm>
            <a:off x="4579416" y="2573106"/>
            <a:ext cx="1050900" cy="2874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</a:t>
            </a:r>
            <a:endParaRPr/>
          </a:p>
        </p:txBody>
      </p:sp>
      <p:cxnSp>
        <p:nvCxnSpPr>
          <p:cNvPr id="666" name="Google Shape;666;g34d9c7f49ce_2_523"/>
          <p:cNvCxnSpPr/>
          <p:nvPr/>
        </p:nvCxnSpPr>
        <p:spPr>
          <a:xfrm>
            <a:off x="6545075" y="1414050"/>
            <a:ext cx="403200" cy="0"/>
          </a:xfrm>
          <a:prstGeom prst="straightConnector1">
            <a:avLst/>
          </a:prstGeom>
          <a:noFill/>
          <a:ln cap="flat" cmpd="sng" w="28575">
            <a:solidFill>
              <a:schemeClr val="accent3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cxnSp>
        <p:nvCxnSpPr>
          <p:cNvPr id="667" name="Google Shape;667;g34d9c7f49ce_2_523"/>
          <p:cNvCxnSpPr/>
          <p:nvPr/>
        </p:nvCxnSpPr>
        <p:spPr>
          <a:xfrm rot="10800000">
            <a:off x="3472625" y="1739813"/>
            <a:ext cx="0" cy="372300"/>
          </a:xfrm>
          <a:prstGeom prst="straightConnector1">
            <a:avLst/>
          </a:prstGeom>
          <a:noFill/>
          <a:ln cap="flat" cmpd="sng" w="28575">
            <a:solidFill>
              <a:schemeClr val="accent3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2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34d9c7f49ce_2_546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674" name="Google Shape;674;g34d9c7f49ce_2_546"/>
          <p:cNvSpPr txBox="1"/>
          <p:nvPr/>
        </p:nvSpPr>
        <p:spPr>
          <a:xfrm>
            <a:off x="820182" y="2186850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 Listesi</a:t>
            </a:r>
            <a:endParaRPr sz="15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9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g34d9c7f49ce_2_552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681" name="Google Shape;681;g34d9c7f49ce_2_552"/>
          <p:cNvSpPr/>
          <p:nvPr/>
        </p:nvSpPr>
        <p:spPr>
          <a:xfrm>
            <a:off x="4887574" y="1061296"/>
            <a:ext cx="14307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View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g34d9c7f49ce_2_552"/>
          <p:cNvSpPr/>
          <p:nvPr/>
        </p:nvSpPr>
        <p:spPr>
          <a:xfrm>
            <a:off x="1923883" y="1066201"/>
            <a:ext cx="20181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Controller</a:t>
            </a:r>
            <a:endParaRPr/>
          </a:p>
        </p:txBody>
      </p:sp>
      <p:cxnSp>
        <p:nvCxnSpPr>
          <p:cNvPr id="683" name="Google Shape;683;g34d9c7f49ce_2_552"/>
          <p:cNvCxnSpPr/>
          <p:nvPr/>
        </p:nvCxnSpPr>
        <p:spPr>
          <a:xfrm>
            <a:off x="4168675" y="1289875"/>
            <a:ext cx="403200" cy="0"/>
          </a:xfrm>
          <a:prstGeom prst="straightConnector1">
            <a:avLst/>
          </a:prstGeom>
          <a:noFill/>
          <a:ln cap="flat" cmpd="sng" w="28575">
            <a:solidFill>
              <a:schemeClr val="accent3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684" name="Google Shape;684;g34d9c7f49ce_2_552"/>
          <p:cNvSpPr txBox="1"/>
          <p:nvPr/>
        </p:nvSpPr>
        <p:spPr>
          <a:xfrm>
            <a:off x="107504" y="123478"/>
            <a:ext cx="662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Models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85" name="Google Shape;685;g34d9c7f49ce_2_552"/>
          <p:cNvCxnSpPr/>
          <p:nvPr/>
        </p:nvCxnSpPr>
        <p:spPr>
          <a:xfrm>
            <a:off x="201087" y="1289813"/>
            <a:ext cx="1346700" cy="0"/>
          </a:xfrm>
          <a:prstGeom prst="straightConnector1">
            <a:avLst/>
          </a:prstGeom>
          <a:noFill/>
          <a:ln cap="flat" cmpd="sng" w="381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686" name="Google Shape;686;g34d9c7f49ce_2_552"/>
          <p:cNvSpPr/>
          <p:nvPr/>
        </p:nvSpPr>
        <p:spPr>
          <a:xfrm>
            <a:off x="505298" y="1151292"/>
            <a:ext cx="682500" cy="276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Request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87" name="Google Shape;687;g34d9c7f49ce_2_5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23875" y="3795872"/>
            <a:ext cx="675511" cy="675511"/>
          </a:xfrm>
          <a:prstGeom prst="rect">
            <a:avLst/>
          </a:prstGeom>
          <a:noFill/>
          <a:ln>
            <a:noFill/>
          </a:ln>
        </p:spPr>
      </p:pic>
      <p:pic>
        <p:nvPicPr>
          <p:cNvPr id="688" name="Google Shape;688;g34d9c7f49ce_2_55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24328" y="847097"/>
            <a:ext cx="875552" cy="875552"/>
          </a:xfrm>
          <a:prstGeom prst="rect">
            <a:avLst/>
          </a:prstGeom>
          <a:noFill/>
          <a:ln>
            <a:noFill/>
          </a:ln>
        </p:spPr>
      </p:pic>
      <p:sp>
        <p:nvSpPr>
          <p:cNvPr id="689" name="Google Shape;689;g34d9c7f49ce_2_552"/>
          <p:cNvSpPr/>
          <p:nvPr/>
        </p:nvSpPr>
        <p:spPr>
          <a:xfrm>
            <a:off x="1923875" y="2314038"/>
            <a:ext cx="20181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</a:t>
            </a:r>
            <a:endParaRPr/>
          </a:p>
        </p:txBody>
      </p:sp>
      <p:cxnSp>
        <p:nvCxnSpPr>
          <p:cNvPr id="690" name="Google Shape;690;g34d9c7f49ce_2_552"/>
          <p:cNvCxnSpPr/>
          <p:nvPr/>
        </p:nvCxnSpPr>
        <p:spPr>
          <a:xfrm>
            <a:off x="6545075" y="1289875"/>
            <a:ext cx="403200" cy="0"/>
          </a:xfrm>
          <a:prstGeom prst="straightConnector1">
            <a:avLst/>
          </a:prstGeom>
          <a:noFill/>
          <a:ln cap="flat" cmpd="sng" w="28575">
            <a:solidFill>
              <a:schemeClr val="accent3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cxnSp>
        <p:nvCxnSpPr>
          <p:cNvPr id="691" name="Google Shape;691;g34d9c7f49ce_2_552"/>
          <p:cNvCxnSpPr/>
          <p:nvPr/>
        </p:nvCxnSpPr>
        <p:spPr>
          <a:xfrm rot="10800000">
            <a:off x="3490550" y="3087438"/>
            <a:ext cx="0" cy="372300"/>
          </a:xfrm>
          <a:prstGeom prst="straightConnector1">
            <a:avLst/>
          </a:prstGeom>
          <a:noFill/>
          <a:ln cap="flat" cmpd="sng" w="28575">
            <a:solidFill>
              <a:schemeClr val="accent3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cxnSp>
        <p:nvCxnSpPr>
          <p:cNvPr id="692" name="Google Shape;692;g34d9c7f49ce_2_552"/>
          <p:cNvCxnSpPr/>
          <p:nvPr/>
        </p:nvCxnSpPr>
        <p:spPr>
          <a:xfrm rot="10800000">
            <a:off x="2789725" y="1727613"/>
            <a:ext cx="0" cy="372300"/>
          </a:xfrm>
          <a:prstGeom prst="straightConnector1">
            <a:avLst/>
          </a:prstGeom>
          <a:noFill/>
          <a:ln cap="flat" cmpd="sng" w="28575">
            <a:solidFill>
              <a:schemeClr val="accent3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cxnSp>
        <p:nvCxnSpPr>
          <p:cNvPr id="693" name="Google Shape;693;g34d9c7f49ce_2_552"/>
          <p:cNvCxnSpPr/>
          <p:nvPr/>
        </p:nvCxnSpPr>
        <p:spPr>
          <a:xfrm>
            <a:off x="3039275" y="1727613"/>
            <a:ext cx="0" cy="372300"/>
          </a:xfrm>
          <a:prstGeom prst="straightConnector1">
            <a:avLst/>
          </a:prstGeom>
          <a:noFill/>
          <a:ln cap="flat" cmpd="sng" w="28575">
            <a:solidFill>
              <a:schemeClr val="accent3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694" name="Google Shape;694;g34d9c7f49ce_2_552"/>
          <p:cNvSpPr txBox="1"/>
          <p:nvPr/>
        </p:nvSpPr>
        <p:spPr>
          <a:xfrm>
            <a:off x="4846625" y="1663100"/>
            <a:ext cx="1512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@model </a:t>
            </a:r>
            <a:r>
              <a:rPr lang="tr-TR" sz="12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Course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695" name="Google Shape;695;g34d9c7f49ce_2_552"/>
          <p:cNvSpPr/>
          <p:nvPr/>
        </p:nvSpPr>
        <p:spPr>
          <a:xfrm>
            <a:off x="3039271" y="3873587"/>
            <a:ext cx="902700" cy="2340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Course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g34d9c7f49ce_2_572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702" name="Google Shape;702;g34d9c7f49ce_2_572"/>
          <p:cNvSpPr/>
          <p:nvPr/>
        </p:nvSpPr>
        <p:spPr>
          <a:xfrm>
            <a:off x="3039271" y="3561879"/>
            <a:ext cx="902700" cy="2340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Course</a:t>
            </a:r>
            <a:endParaRPr/>
          </a:p>
        </p:txBody>
      </p:sp>
      <p:sp>
        <p:nvSpPr>
          <p:cNvPr id="703" name="Google Shape;703;g34d9c7f49ce_2_572"/>
          <p:cNvSpPr/>
          <p:nvPr/>
        </p:nvSpPr>
        <p:spPr>
          <a:xfrm>
            <a:off x="4887574" y="1061296"/>
            <a:ext cx="14307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View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" name="Google Shape;704;g34d9c7f49ce_2_572"/>
          <p:cNvSpPr/>
          <p:nvPr/>
        </p:nvSpPr>
        <p:spPr>
          <a:xfrm>
            <a:off x="1923883" y="1066201"/>
            <a:ext cx="20181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Controller</a:t>
            </a:r>
            <a:endParaRPr/>
          </a:p>
        </p:txBody>
      </p:sp>
      <p:cxnSp>
        <p:nvCxnSpPr>
          <p:cNvPr id="705" name="Google Shape;705;g34d9c7f49ce_2_572"/>
          <p:cNvCxnSpPr/>
          <p:nvPr/>
        </p:nvCxnSpPr>
        <p:spPr>
          <a:xfrm>
            <a:off x="4168675" y="1289875"/>
            <a:ext cx="403200" cy="0"/>
          </a:xfrm>
          <a:prstGeom prst="straightConnector1">
            <a:avLst/>
          </a:prstGeom>
          <a:noFill/>
          <a:ln cap="flat" cmpd="sng" w="28575">
            <a:solidFill>
              <a:schemeClr val="accent3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706" name="Google Shape;706;g34d9c7f49ce_2_572"/>
          <p:cNvSpPr txBox="1"/>
          <p:nvPr/>
        </p:nvSpPr>
        <p:spPr>
          <a:xfrm>
            <a:off x="107504" y="123478"/>
            <a:ext cx="662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Models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07" name="Google Shape;707;g34d9c7f49ce_2_572"/>
          <p:cNvCxnSpPr/>
          <p:nvPr/>
        </p:nvCxnSpPr>
        <p:spPr>
          <a:xfrm>
            <a:off x="201087" y="1289813"/>
            <a:ext cx="1346700" cy="0"/>
          </a:xfrm>
          <a:prstGeom prst="straightConnector1">
            <a:avLst/>
          </a:prstGeom>
          <a:noFill/>
          <a:ln cap="flat" cmpd="sng" w="381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708" name="Google Shape;708;g34d9c7f49ce_2_572"/>
          <p:cNvSpPr/>
          <p:nvPr/>
        </p:nvSpPr>
        <p:spPr>
          <a:xfrm>
            <a:off x="505298" y="1151292"/>
            <a:ext cx="682500" cy="276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Request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09" name="Google Shape;709;g34d9c7f49ce_2_5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23875" y="3795872"/>
            <a:ext cx="675511" cy="675511"/>
          </a:xfrm>
          <a:prstGeom prst="rect">
            <a:avLst/>
          </a:prstGeom>
          <a:noFill/>
          <a:ln>
            <a:noFill/>
          </a:ln>
        </p:spPr>
      </p:pic>
      <p:sp>
        <p:nvSpPr>
          <p:cNvPr id="710" name="Google Shape;710;g34d9c7f49ce_2_572"/>
          <p:cNvSpPr/>
          <p:nvPr/>
        </p:nvSpPr>
        <p:spPr>
          <a:xfrm>
            <a:off x="3039271" y="3873587"/>
            <a:ext cx="902700" cy="2340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Course</a:t>
            </a:r>
            <a:endParaRPr/>
          </a:p>
        </p:txBody>
      </p:sp>
      <p:sp>
        <p:nvSpPr>
          <p:cNvPr id="711" name="Google Shape;711;g34d9c7f49ce_2_572"/>
          <p:cNvSpPr txBox="1"/>
          <p:nvPr/>
        </p:nvSpPr>
        <p:spPr>
          <a:xfrm>
            <a:off x="3318874" y="4000629"/>
            <a:ext cx="343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endParaRPr/>
          </a:p>
        </p:txBody>
      </p:sp>
      <p:sp>
        <p:nvSpPr>
          <p:cNvPr id="712" name="Google Shape;712;g34d9c7f49ce_2_572"/>
          <p:cNvSpPr/>
          <p:nvPr/>
        </p:nvSpPr>
        <p:spPr>
          <a:xfrm>
            <a:off x="3039271" y="4353966"/>
            <a:ext cx="902700" cy="2340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Course</a:t>
            </a:r>
            <a:endParaRPr/>
          </a:p>
        </p:txBody>
      </p:sp>
      <p:pic>
        <p:nvPicPr>
          <p:cNvPr id="713" name="Google Shape;713;g34d9c7f49ce_2_57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24328" y="847097"/>
            <a:ext cx="875552" cy="875552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g34d9c7f49ce_2_572"/>
          <p:cNvSpPr/>
          <p:nvPr/>
        </p:nvSpPr>
        <p:spPr>
          <a:xfrm>
            <a:off x="1923875" y="2314038"/>
            <a:ext cx="20181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</a:t>
            </a:r>
            <a:endParaRPr/>
          </a:p>
        </p:txBody>
      </p:sp>
      <p:cxnSp>
        <p:nvCxnSpPr>
          <p:cNvPr id="715" name="Google Shape;715;g34d9c7f49ce_2_572"/>
          <p:cNvCxnSpPr/>
          <p:nvPr/>
        </p:nvCxnSpPr>
        <p:spPr>
          <a:xfrm>
            <a:off x="6545075" y="1289875"/>
            <a:ext cx="403200" cy="0"/>
          </a:xfrm>
          <a:prstGeom prst="straightConnector1">
            <a:avLst/>
          </a:prstGeom>
          <a:noFill/>
          <a:ln cap="flat" cmpd="sng" w="28575">
            <a:solidFill>
              <a:schemeClr val="accent3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cxnSp>
        <p:nvCxnSpPr>
          <p:cNvPr id="716" name="Google Shape;716;g34d9c7f49ce_2_572"/>
          <p:cNvCxnSpPr/>
          <p:nvPr/>
        </p:nvCxnSpPr>
        <p:spPr>
          <a:xfrm rot="10800000">
            <a:off x="3490550" y="3087438"/>
            <a:ext cx="0" cy="372300"/>
          </a:xfrm>
          <a:prstGeom prst="straightConnector1">
            <a:avLst/>
          </a:prstGeom>
          <a:noFill/>
          <a:ln cap="flat" cmpd="sng" w="28575">
            <a:solidFill>
              <a:schemeClr val="accent3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cxnSp>
        <p:nvCxnSpPr>
          <p:cNvPr id="717" name="Google Shape;717;g34d9c7f49ce_2_572"/>
          <p:cNvCxnSpPr/>
          <p:nvPr/>
        </p:nvCxnSpPr>
        <p:spPr>
          <a:xfrm rot="10800000">
            <a:off x="2789725" y="1727613"/>
            <a:ext cx="0" cy="372300"/>
          </a:xfrm>
          <a:prstGeom prst="straightConnector1">
            <a:avLst/>
          </a:prstGeom>
          <a:noFill/>
          <a:ln cap="flat" cmpd="sng" w="28575">
            <a:solidFill>
              <a:schemeClr val="accent3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cxnSp>
        <p:nvCxnSpPr>
          <p:cNvPr id="718" name="Google Shape;718;g34d9c7f49ce_2_572"/>
          <p:cNvCxnSpPr/>
          <p:nvPr/>
        </p:nvCxnSpPr>
        <p:spPr>
          <a:xfrm>
            <a:off x="3039275" y="1727613"/>
            <a:ext cx="0" cy="372300"/>
          </a:xfrm>
          <a:prstGeom prst="straightConnector1">
            <a:avLst/>
          </a:prstGeom>
          <a:noFill/>
          <a:ln cap="flat" cmpd="sng" w="28575">
            <a:solidFill>
              <a:schemeClr val="accent3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719" name="Google Shape;719;g34d9c7f49ce_2_572"/>
          <p:cNvSpPr txBox="1"/>
          <p:nvPr/>
        </p:nvSpPr>
        <p:spPr>
          <a:xfrm>
            <a:off x="4739375" y="1674400"/>
            <a:ext cx="1805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@model List&lt;</a:t>
            </a:r>
            <a:r>
              <a:rPr lang="tr-TR" sz="12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Course&gt;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720" name="Google Shape;720;g34d9c7f49ce_2_572"/>
          <p:cNvSpPr txBox="1"/>
          <p:nvPr/>
        </p:nvSpPr>
        <p:spPr>
          <a:xfrm>
            <a:off x="4739375" y="2099925"/>
            <a:ext cx="2364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@model IEnumerable&lt;</a:t>
            </a:r>
            <a:r>
              <a:rPr lang="tr-TR" sz="12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Course&gt;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721" name="Google Shape;721;g34d9c7f49ce_2_572"/>
          <p:cNvSpPr txBox="1"/>
          <p:nvPr/>
        </p:nvSpPr>
        <p:spPr>
          <a:xfrm>
            <a:off x="4739375" y="2428225"/>
            <a:ext cx="2364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@model </a:t>
            </a:r>
            <a:r>
              <a:rPr lang="tr-TR" sz="12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Course[ ]</a:t>
            </a:r>
            <a:endParaRPr>
              <a:solidFill>
                <a:schemeClr val="accent2"/>
              </a:solidFill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34d9c7f49ce_2_597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728" name="Google Shape;728;g34d9c7f49ce_2_597"/>
          <p:cNvSpPr txBox="1"/>
          <p:nvPr/>
        </p:nvSpPr>
        <p:spPr>
          <a:xfrm>
            <a:off x="890382" y="2186850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Uygulama: Products</a:t>
            </a:r>
            <a:endParaRPr sz="15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34d9c7f49ce_2_603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735" name="Google Shape;735;g34d9c7f49ce_2_603"/>
          <p:cNvSpPr txBox="1"/>
          <p:nvPr/>
        </p:nvSpPr>
        <p:spPr>
          <a:xfrm>
            <a:off x="2121625" y="668400"/>
            <a:ext cx="5180400" cy="461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26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{controller=Home} / {action=Index} / {id?}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36" name="Google Shape;736;g34d9c7f49ce_2_603"/>
          <p:cNvCxnSpPr/>
          <p:nvPr/>
        </p:nvCxnSpPr>
        <p:spPr>
          <a:xfrm rot="5400000">
            <a:off x="2525510" y="1280559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cxnSp>
        <p:nvCxnSpPr>
          <p:cNvPr id="737" name="Google Shape;737;g34d9c7f49ce_2_603"/>
          <p:cNvCxnSpPr/>
          <p:nvPr/>
        </p:nvCxnSpPr>
        <p:spPr>
          <a:xfrm rot="5400000">
            <a:off x="4417010" y="1280559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738" name="Google Shape;738;g34d9c7f49ce_2_603"/>
          <p:cNvSpPr txBox="1"/>
          <p:nvPr/>
        </p:nvSpPr>
        <p:spPr>
          <a:xfrm>
            <a:off x="2339625" y="1680000"/>
            <a:ext cx="960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Course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g34d9c7f49ce_2_603"/>
          <p:cNvSpPr txBox="1"/>
          <p:nvPr/>
        </p:nvSpPr>
        <p:spPr>
          <a:xfrm>
            <a:off x="4231125" y="1680000"/>
            <a:ext cx="755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Details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740" name="Google Shape;740;g34d9c7f49ce_2_603"/>
          <p:cNvSpPr txBox="1"/>
          <p:nvPr/>
        </p:nvSpPr>
        <p:spPr>
          <a:xfrm>
            <a:off x="5701848" y="1680000"/>
            <a:ext cx="672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>
              <a:solidFill>
                <a:schemeClr val="accent2"/>
              </a:solidFill>
            </a:endParaRPr>
          </a:p>
        </p:txBody>
      </p:sp>
      <p:cxnSp>
        <p:nvCxnSpPr>
          <p:cNvPr id="741" name="Google Shape;741;g34d9c7f49ce_2_603"/>
          <p:cNvCxnSpPr/>
          <p:nvPr/>
        </p:nvCxnSpPr>
        <p:spPr>
          <a:xfrm rot="5400000">
            <a:off x="5678010" y="1280559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742" name="Google Shape;742;g34d9c7f49ce_2_603"/>
          <p:cNvSpPr txBox="1"/>
          <p:nvPr/>
        </p:nvSpPr>
        <p:spPr>
          <a:xfrm>
            <a:off x="3300200" y="2537700"/>
            <a:ext cx="5955300" cy="133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26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public ActionResult Details(int id)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326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{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326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return View();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326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}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43" name="Google Shape;743;g34d9c7f49ce_2_603"/>
          <p:cNvCxnSpPr/>
          <p:nvPr/>
        </p:nvCxnSpPr>
        <p:spPr>
          <a:xfrm rot="5400000">
            <a:off x="5678010" y="2221959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g34d9c7f49ce_2_617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750" name="Google Shape;750;g34d9c7f49ce_2_617"/>
          <p:cNvSpPr txBox="1"/>
          <p:nvPr/>
        </p:nvSpPr>
        <p:spPr>
          <a:xfrm>
            <a:off x="890382" y="2186850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 Öğreniyoruz?</a:t>
            </a:r>
            <a:endParaRPr sz="150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5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g34d9c7f49ce_2_623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757" name="Google Shape;757;g34d9c7f49ce_2_623"/>
          <p:cNvSpPr txBox="1"/>
          <p:nvPr/>
        </p:nvSpPr>
        <p:spPr>
          <a:xfrm>
            <a:off x="1914130" y="649500"/>
            <a:ext cx="1693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 Öğreniyoruz?</a:t>
            </a:r>
            <a:endParaRPr b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" name="Google Shape;758;g34d9c7f49ce_2_623"/>
          <p:cNvSpPr txBox="1"/>
          <p:nvPr/>
        </p:nvSpPr>
        <p:spPr>
          <a:xfrm>
            <a:off x="2074048" y="1147175"/>
            <a:ext cx="2664300" cy="24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Değişkenler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Veri Türleri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Diziler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Models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Class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Döngüler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Koşullu Durumlar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Dinamik Partial Views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Route Params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Detay Sayfası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3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g34d9c7f49ce_2_630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765" name="Google Shape;765;g34d9c7f49ce_2_630"/>
          <p:cNvSpPr txBox="1"/>
          <p:nvPr/>
        </p:nvSpPr>
        <p:spPr>
          <a:xfrm>
            <a:off x="890382" y="2186850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Veri Tabanı Nedir?</a:t>
            </a:r>
            <a:endParaRPr sz="150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d9c7f49ce_2_636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772" name="Google Shape;772;g34d9c7f49ce_2_636"/>
          <p:cNvSpPr txBox="1"/>
          <p:nvPr/>
        </p:nvSpPr>
        <p:spPr>
          <a:xfrm>
            <a:off x="5" y="0"/>
            <a:ext cx="162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Veri Tabanı Nedir?</a:t>
            </a:r>
            <a:endParaRPr sz="800"/>
          </a:p>
        </p:txBody>
      </p:sp>
      <p:sp>
        <p:nvSpPr>
          <p:cNvPr id="773" name="Google Shape;773;g34d9c7f49ce_2_636"/>
          <p:cNvSpPr/>
          <p:nvPr/>
        </p:nvSpPr>
        <p:spPr>
          <a:xfrm>
            <a:off x="2753096" y="3178979"/>
            <a:ext cx="902700" cy="2340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Product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74" name="Google Shape;774;g34d9c7f49ce_2_636"/>
          <p:cNvSpPr/>
          <p:nvPr/>
        </p:nvSpPr>
        <p:spPr>
          <a:xfrm>
            <a:off x="5159099" y="869371"/>
            <a:ext cx="14307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View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" name="Google Shape;775;g34d9c7f49ce_2_636"/>
          <p:cNvSpPr/>
          <p:nvPr/>
        </p:nvSpPr>
        <p:spPr>
          <a:xfrm>
            <a:off x="2195408" y="874276"/>
            <a:ext cx="20181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Controller</a:t>
            </a:r>
            <a:endParaRPr/>
          </a:p>
        </p:txBody>
      </p:sp>
      <p:cxnSp>
        <p:nvCxnSpPr>
          <p:cNvPr id="776" name="Google Shape;776;g34d9c7f49ce_2_636"/>
          <p:cNvCxnSpPr/>
          <p:nvPr/>
        </p:nvCxnSpPr>
        <p:spPr>
          <a:xfrm>
            <a:off x="4440200" y="1097950"/>
            <a:ext cx="403200" cy="0"/>
          </a:xfrm>
          <a:prstGeom prst="straightConnector1">
            <a:avLst/>
          </a:prstGeom>
          <a:noFill/>
          <a:ln cap="flat" cmpd="sng" w="28575">
            <a:solidFill>
              <a:schemeClr val="accent3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cxnSp>
        <p:nvCxnSpPr>
          <p:cNvPr id="777" name="Google Shape;777;g34d9c7f49ce_2_636"/>
          <p:cNvCxnSpPr/>
          <p:nvPr/>
        </p:nvCxnSpPr>
        <p:spPr>
          <a:xfrm>
            <a:off x="472612" y="1097888"/>
            <a:ext cx="1346700" cy="0"/>
          </a:xfrm>
          <a:prstGeom prst="straightConnector1">
            <a:avLst/>
          </a:prstGeom>
          <a:noFill/>
          <a:ln cap="flat" cmpd="sng" w="381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778" name="Google Shape;778;g34d9c7f49ce_2_636"/>
          <p:cNvSpPr/>
          <p:nvPr/>
        </p:nvSpPr>
        <p:spPr>
          <a:xfrm>
            <a:off x="776823" y="959367"/>
            <a:ext cx="682500" cy="276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Request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79" name="Google Shape;779;g34d9c7f49ce_2_6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73050" y="3656209"/>
            <a:ext cx="675511" cy="675511"/>
          </a:xfrm>
          <a:prstGeom prst="rect">
            <a:avLst/>
          </a:prstGeom>
          <a:noFill/>
          <a:ln>
            <a:noFill/>
          </a:ln>
        </p:spPr>
      </p:pic>
      <p:sp>
        <p:nvSpPr>
          <p:cNvPr id="780" name="Google Shape;780;g34d9c7f49ce_2_636"/>
          <p:cNvSpPr/>
          <p:nvPr/>
        </p:nvSpPr>
        <p:spPr>
          <a:xfrm>
            <a:off x="2753096" y="3490687"/>
            <a:ext cx="902700" cy="2340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Product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81" name="Google Shape;781;g34d9c7f49ce_2_636"/>
          <p:cNvSpPr txBox="1"/>
          <p:nvPr/>
        </p:nvSpPr>
        <p:spPr>
          <a:xfrm>
            <a:off x="3032699" y="3617729"/>
            <a:ext cx="343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endParaRPr/>
          </a:p>
        </p:txBody>
      </p:sp>
      <p:sp>
        <p:nvSpPr>
          <p:cNvPr id="782" name="Google Shape;782;g34d9c7f49ce_2_636"/>
          <p:cNvSpPr/>
          <p:nvPr/>
        </p:nvSpPr>
        <p:spPr>
          <a:xfrm>
            <a:off x="2753096" y="3971066"/>
            <a:ext cx="902700" cy="2340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Product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783" name="Google Shape;783;g34d9c7f49ce_2_6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95853" y="655172"/>
            <a:ext cx="875552" cy="875552"/>
          </a:xfrm>
          <a:prstGeom prst="rect">
            <a:avLst/>
          </a:prstGeom>
          <a:noFill/>
          <a:ln>
            <a:noFill/>
          </a:ln>
        </p:spPr>
      </p:pic>
      <p:sp>
        <p:nvSpPr>
          <p:cNvPr id="784" name="Google Shape;784;g34d9c7f49ce_2_636"/>
          <p:cNvSpPr/>
          <p:nvPr/>
        </p:nvSpPr>
        <p:spPr>
          <a:xfrm>
            <a:off x="2195400" y="2122113"/>
            <a:ext cx="20181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85" name="Google Shape;785;g34d9c7f49ce_2_636"/>
          <p:cNvCxnSpPr/>
          <p:nvPr/>
        </p:nvCxnSpPr>
        <p:spPr>
          <a:xfrm>
            <a:off x="6816600" y="1097950"/>
            <a:ext cx="403200" cy="0"/>
          </a:xfrm>
          <a:prstGeom prst="straightConnector1">
            <a:avLst/>
          </a:prstGeom>
          <a:noFill/>
          <a:ln cap="flat" cmpd="sng" w="28575">
            <a:solidFill>
              <a:schemeClr val="accent3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cxnSp>
        <p:nvCxnSpPr>
          <p:cNvPr id="786" name="Google Shape;786;g34d9c7f49ce_2_636"/>
          <p:cNvCxnSpPr/>
          <p:nvPr/>
        </p:nvCxnSpPr>
        <p:spPr>
          <a:xfrm rot="10800000">
            <a:off x="3204375" y="2704538"/>
            <a:ext cx="0" cy="372300"/>
          </a:xfrm>
          <a:prstGeom prst="straightConnector1">
            <a:avLst/>
          </a:prstGeom>
          <a:noFill/>
          <a:ln cap="flat" cmpd="sng" w="28575">
            <a:solidFill>
              <a:schemeClr val="accent3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cxnSp>
        <p:nvCxnSpPr>
          <p:cNvPr id="787" name="Google Shape;787;g34d9c7f49ce_2_636"/>
          <p:cNvCxnSpPr/>
          <p:nvPr/>
        </p:nvCxnSpPr>
        <p:spPr>
          <a:xfrm rot="10800000">
            <a:off x="3061250" y="1535688"/>
            <a:ext cx="0" cy="372300"/>
          </a:xfrm>
          <a:prstGeom prst="straightConnector1">
            <a:avLst/>
          </a:prstGeom>
          <a:noFill/>
          <a:ln cap="flat" cmpd="sng" w="28575">
            <a:solidFill>
              <a:schemeClr val="accent3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cxnSp>
        <p:nvCxnSpPr>
          <p:cNvPr id="788" name="Google Shape;788;g34d9c7f49ce_2_636"/>
          <p:cNvCxnSpPr/>
          <p:nvPr/>
        </p:nvCxnSpPr>
        <p:spPr>
          <a:xfrm>
            <a:off x="3310800" y="1535688"/>
            <a:ext cx="0" cy="372300"/>
          </a:xfrm>
          <a:prstGeom prst="straightConnector1">
            <a:avLst/>
          </a:prstGeom>
          <a:noFill/>
          <a:ln cap="flat" cmpd="sng" w="28575">
            <a:solidFill>
              <a:schemeClr val="accent3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789" name="Google Shape;789;g34d9c7f49ce_2_636"/>
          <p:cNvSpPr txBox="1"/>
          <p:nvPr/>
        </p:nvSpPr>
        <p:spPr>
          <a:xfrm>
            <a:off x="5067350" y="1403450"/>
            <a:ext cx="1805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@model List&lt;</a:t>
            </a:r>
            <a:r>
              <a:rPr lang="tr-TR" sz="12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Product&gt;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790" name="Google Shape;790;g34d9c7f49ce_2_636"/>
          <p:cNvSpPr/>
          <p:nvPr/>
        </p:nvSpPr>
        <p:spPr>
          <a:xfrm flipH="1" rot="10800000">
            <a:off x="4521650" y="2940000"/>
            <a:ext cx="240300" cy="1469400"/>
          </a:xfrm>
          <a:prstGeom prst="leftBrace">
            <a:avLst>
              <a:gd fmla="val 39794" name="adj1"/>
              <a:gd fmla="val 50000" name="adj2"/>
            </a:avLst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1" name="Google Shape;791;g34d9c7f49ce_2_636"/>
          <p:cNvSpPr/>
          <p:nvPr/>
        </p:nvSpPr>
        <p:spPr>
          <a:xfrm>
            <a:off x="5254850" y="3076849"/>
            <a:ext cx="1430700" cy="276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Memory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" name="Google Shape;792;g34d9c7f49ce_2_636"/>
          <p:cNvSpPr/>
          <p:nvPr/>
        </p:nvSpPr>
        <p:spPr>
          <a:xfrm>
            <a:off x="5254850" y="3702074"/>
            <a:ext cx="1430700" cy="276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Database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g34d9c7f49ce_2_636"/>
          <p:cNvSpPr txBox="1"/>
          <p:nvPr/>
        </p:nvSpPr>
        <p:spPr>
          <a:xfrm>
            <a:off x="6816600" y="3030638"/>
            <a:ext cx="1805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List&lt;</a:t>
            </a:r>
            <a:r>
              <a:rPr lang="tr-TR" sz="12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Product&gt;</a:t>
            </a:r>
            <a:endParaRPr>
              <a:solidFill>
                <a:schemeClr val="accent2"/>
              </a:solidFill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8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34d9c7f49ce_2_663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800" name="Google Shape;800;g34d9c7f49ce_2_663"/>
          <p:cNvSpPr txBox="1"/>
          <p:nvPr/>
        </p:nvSpPr>
        <p:spPr>
          <a:xfrm>
            <a:off x="5" y="0"/>
            <a:ext cx="162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Veri Tabanı Nedir?</a:t>
            </a:r>
            <a:endParaRPr sz="800"/>
          </a:p>
        </p:txBody>
      </p:sp>
      <p:sp>
        <p:nvSpPr>
          <p:cNvPr id="801" name="Google Shape;801;g34d9c7f49ce_2_663"/>
          <p:cNvSpPr/>
          <p:nvPr/>
        </p:nvSpPr>
        <p:spPr>
          <a:xfrm>
            <a:off x="646575" y="789551"/>
            <a:ext cx="1628700" cy="4617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Memory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2" name="Google Shape;802;g34d9c7f49ce_2_663"/>
          <p:cNvSpPr/>
          <p:nvPr/>
        </p:nvSpPr>
        <p:spPr>
          <a:xfrm>
            <a:off x="5054075" y="789551"/>
            <a:ext cx="1628700" cy="4617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Database Service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" name="Google Shape;803;g34d9c7f49ce_2_663"/>
          <p:cNvSpPr/>
          <p:nvPr/>
        </p:nvSpPr>
        <p:spPr>
          <a:xfrm>
            <a:off x="2850325" y="789551"/>
            <a:ext cx="1628700" cy="4617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File System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" name="Google Shape;804;g34d9c7f49ce_2_663"/>
          <p:cNvSpPr txBox="1"/>
          <p:nvPr/>
        </p:nvSpPr>
        <p:spPr>
          <a:xfrm>
            <a:off x="535573" y="3113025"/>
            <a:ext cx="2290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Kalıcı veri saklanamaz.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5" name="Google Shape;805;g34d9c7f49ce_2_663"/>
          <p:cNvSpPr txBox="1"/>
          <p:nvPr/>
        </p:nvSpPr>
        <p:spPr>
          <a:xfrm>
            <a:off x="2763873" y="3113025"/>
            <a:ext cx="2290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Kalıcı veri saklanır.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6" name="Google Shape;806;g34d9c7f49ce_2_663"/>
          <p:cNvSpPr txBox="1"/>
          <p:nvPr/>
        </p:nvSpPr>
        <p:spPr>
          <a:xfrm>
            <a:off x="2763873" y="3389925"/>
            <a:ext cx="2290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Sorgulama dili yok.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" name="Google Shape;807;g34d9c7f49ce_2_663"/>
          <p:cNvSpPr txBox="1"/>
          <p:nvPr/>
        </p:nvSpPr>
        <p:spPr>
          <a:xfrm>
            <a:off x="2763873" y="3649800"/>
            <a:ext cx="2290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Yavaş çalışır.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8" name="Google Shape;808;g34d9c7f49ce_2_663"/>
          <p:cNvSpPr/>
          <p:nvPr/>
        </p:nvSpPr>
        <p:spPr>
          <a:xfrm>
            <a:off x="2850325" y="1529950"/>
            <a:ext cx="1628700" cy="276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products.txt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" name="Google Shape;809;g34d9c7f49ce_2_663"/>
          <p:cNvSpPr/>
          <p:nvPr/>
        </p:nvSpPr>
        <p:spPr>
          <a:xfrm>
            <a:off x="2850325" y="1878713"/>
            <a:ext cx="1628700" cy="276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products.json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g34d9c7f49ce_2_663"/>
          <p:cNvSpPr/>
          <p:nvPr/>
        </p:nvSpPr>
        <p:spPr>
          <a:xfrm>
            <a:off x="2850325" y="2227488"/>
            <a:ext cx="1628700" cy="276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products.xml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" name="Google Shape;811;g34d9c7f49ce_2_663"/>
          <p:cNvSpPr/>
          <p:nvPr/>
        </p:nvSpPr>
        <p:spPr>
          <a:xfrm>
            <a:off x="2850325" y="2576250"/>
            <a:ext cx="1628700" cy="276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products.xls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" name="Google Shape;812;g34d9c7f49ce_2_663"/>
          <p:cNvSpPr/>
          <p:nvPr/>
        </p:nvSpPr>
        <p:spPr>
          <a:xfrm>
            <a:off x="5054075" y="1529950"/>
            <a:ext cx="1628700" cy="6015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" name="Google Shape;813;g34d9c7f49ce_2_663"/>
          <p:cNvSpPr/>
          <p:nvPr/>
        </p:nvSpPr>
        <p:spPr>
          <a:xfrm>
            <a:off x="5054075" y="2256673"/>
            <a:ext cx="1628700" cy="6015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NoSQL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" name="Google Shape;814;g34d9c7f49ce_2_663"/>
          <p:cNvSpPr/>
          <p:nvPr/>
        </p:nvSpPr>
        <p:spPr>
          <a:xfrm>
            <a:off x="6876600" y="1517863"/>
            <a:ext cx="1628700" cy="276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MySQL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g34d9c7f49ce_2_663"/>
          <p:cNvSpPr/>
          <p:nvPr/>
        </p:nvSpPr>
        <p:spPr>
          <a:xfrm>
            <a:off x="6876600" y="1866625"/>
            <a:ext cx="1628700" cy="276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MsSQL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g34d9c7f49ce_2_663"/>
          <p:cNvSpPr/>
          <p:nvPr/>
        </p:nvSpPr>
        <p:spPr>
          <a:xfrm>
            <a:off x="6876600" y="2270213"/>
            <a:ext cx="1628700" cy="6015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MongoDb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7" name="Google Shape;817;g34d9c7f49ce_2_663"/>
          <p:cNvSpPr txBox="1"/>
          <p:nvPr/>
        </p:nvSpPr>
        <p:spPr>
          <a:xfrm>
            <a:off x="5054073" y="3121525"/>
            <a:ext cx="2290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Kalıcı veri saklanır.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g34d9c7f49ce_2_663"/>
          <p:cNvSpPr txBox="1"/>
          <p:nvPr/>
        </p:nvSpPr>
        <p:spPr>
          <a:xfrm>
            <a:off x="5054073" y="3398425"/>
            <a:ext cx="2290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Sorgulama dili var.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g34d9c7f49ce_2_663"/>
          <p:cNvSpPr txBox="1"/>
          <p:nvPr/>
        </p:nvSpPr>
        <p:spPr>
          <a:xfrm>
            <a:off x="5054073" y="3658300"/>
            <a:ext cx="2290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Hızlı çalışır.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4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Google Shape;825;g34d9c7f49ce_2_688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826" name="Google Shape;826;g34d9c7f49ce_2_688"/>
          <p:cNvSpPr txBox="1"/>
          <p:nvPr/>
        </p:nvSpPr>
        <p:spPr>
          <a:xfrm>
            <a:off x="2459532" y="2311050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 * from Urunler Where Id=5</a:t>
            </a:r>
            <a:endParaRPr sz="1500"/>
          </a:p>
        </p:txBody>
      </p:sp>
      <p:sp>
        <p:nvSpPr>
          <p:cNvPr id="827" name="Google Shape;827;g34d9c7f49ce_2_688"/>
          <p:cNvSpPr txBox="1"/>
          <p:nvPr/>
        </p:nvSpPr>
        <p:spPr>
          <a:xfrm>
            <a:off x="2459532" y="1847125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 * from Urunler </a:t>
            </a:r>
            <a:endParaRPr sz="1500"/>
          </a:p>
        </p:txBody>
      </p:sp>
      <p:sp>
        <p:nvSpPr>
          <p:cNvPr id="828" name="Google Shape;828;g34d9c7f49ce_2_688"/>
          <p:cNvSpPr txBox="1"/>
          <p:nvPr/>
        </p:nvSpPr>
        <p:spPr>
          <a:xfrm>
            <a:off x="5" y="0"/>
            <a:ext cx="1628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 Sorgulama Dili</a:t>
            </a:r>
            <a:endParaRPr sz="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3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g34d9c7f49ce_2_696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835" name="Google Shape;835;g34d9c7f49ce_2_696"/>
          <p:cNvSpPr txBox="1"/>
          <p:nvPr/>
        </p:nvSpPr>
        <p:spPr>
          <a:xfrm>
            <a:off x="935532" y="2186850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 Veri Tabanı</a:t>
            </a:r>
            <a:endParaRPr sz="150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0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g34d9c7f49ce_2_702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842" name="Google Shape;842;g34d9c7f49ce_2_702"/>
          <p:cNvSpPr txBox="1"/>
          <p:nvPr/>
        </p:nvSpPr>
        <p:spPr>
          <a:xfrm>
            <a:off x="7" y="0"/>
            <a:ext cx="4603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 Veri Tabanı</a:t>
            </a:r>
            <a:endParaRPr sz="800"/>
          </a:p>
        </p:txBody>
      </p:sp>
      <p:sp>
        <p:nvSpPr>
          <p:cNvPr id="843" name="Google Shape;843;g34d9c7f49ce_2_702"/>
          <p:cNvSpPr/>
          <p:nvPr/>
        </p:nvSpPr>
        <p:spPr>
          <a:xfrm>
            <a:off x="6346389" y="2521439"/>
            <a:ext cx="648000" cy="863400"/>
          </a:xfrm>
          <a:prstGeom prst="can">
            <a:avLst>
              <a:gd fmla="val 25000" name="adj"/>
            </a:avLst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44" name="Google Shape;844;g34d9c7f49ce_2_7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43425" y="2431109"/>
            <a:ext cx="675511" cy="675511"/>
          </a:xfrm>
          <a:prstGeom prst="rect">
            <a:avLst/>
          </a:prstGeom>
          <a:noFill/>
          <a:ln>
            <a:noFill/>
          </a:ln>
        </p:spPr>
      </p:pic>
      <p:sp>
        <p:nvSpPr>
          <p:cNvPr id="845" name="Google Shape;845;g34d9c7f49ce_2_702"/>
          <p:cNvSpPr/>
          <p:nvPr/>
        </p:nvSpPr>
        <p:spPr>
          <a:xfrm>
            <a:off x="1670250" y="2270188"/>
            <a:ext cx="11724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 sz="1200"/>
          </a:p>
        </p:txBody>
      </p:sp>
      <p:cxnSp>
        <p:nvCxnSpPr>
          <p:cNvPr id="846" name="Google Shape;846;g34d9c7f49ce_2_702"/>
          <p:cNvCxnSpPr/>
          <p:nvPr/>
        </p:nvCxnSpPr>
        <p:spPr>
          <a:xfrm>
            <a:off x="3392951" y="3384825"/>
            <a:ext cx="11724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847" name="Google Shape;847;g34d9c7f49ce_2_702"/>
          <p:cNvSpPr/>
          <p:nvPr/>
        </p:nvSpPr>
        <p:spPr>
          <a:xfrm>
            <a:off x="1670250" y="3161188"/>
            <a:ext cx="11724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endParaRPr sz="1200"/>
          </a:p>
        </p:txBody>
      </p:sp>
      <p:sp>
        <p:nvSpPr>
          <p:cNvPr id="848" name="Google Shape;848;g34d9c7f49ce_2_702"/>
          <p:cNvSpPr txBox="1"/>
          <p:nvPr/>
        </p:nvSpPr>
        <p:spPr>
          <a:xfrm>
            <a:off x="6213624" y="1256388"/>
            <a:ext cx="12201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host address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username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password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49" name="Google Shape;849;g34d9c7f49ce_2_702"/>
          <p:cNvCxnSpPr/>
          <p:nvPr/>
        </p:nvCxnSpPr>
        <p:spPr>
          <a:xfrm>
            <a:off x="6670399" y="1902876"/>
            <a:ext cx="0" cy="30210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cxnSp>
        <p:nvCxnSpPr>
          <p:cNvPr id="850" name="Google Shape;850;g34d9c7f49ce_2_702"/>
          <p:cNvCxnSpPr/>
          <p:nvPr/>
        </p:nvCxnSpPr>
        <p:spPr>
          <a:xfrm>
            <a:off x="3392951" y="2493825"/>
            <a:ext cx="1172400" cy="0"/>
          </a:xfrm>
          <a:prstGeom prst="straightConnector1">
            <a:avLst/>
          </a:prstGeom>
          <a:noFill/>
          <a:ln cap="flat" cmpd="sng" w="28575">
            <a:solidFill>
              <a:srgbClr val="009045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851" name="Google Shape;851;g34d9c7f49ce_2_702"/>
          <p:cNvSpPr/>
          <p:nvPr/>
        </p:nvSpPr>
        <p:spPr>
          <a:xfrm>
            <a:off x="3772300" y="2953163"/>
            <a:ext cx="413700" cy="302100"/>
          </a:xfrm>
          <a:prstGeom prst="mathMultiply">
            <a:avLst>
              <a:gd fmla="val 23520" name="adj1"/>
            </a:avLst>
          </a:prstGeom>
          <a:solidFill>
            <a:schemeClr val="accen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52" name="Google Shape;852;g34d9c7f49ce_2_702"/>
          <p:cNvCxnSpPr/>
          <p:nvPr/>
        </p:nvCxnSpPr>
        <p:spPr>
          <a:xfrm rot="10800000">
            <a:off x="2256450" y="2788276"/>
            <a:ext cx="0" cy="30210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pic>
        <p:nvPicPr>
          <p:cNvPr id="853" name="Google Shape;853;g34d9c7f49ce_2_70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98550" y="2069888"/>
            <a:ext cx="361201" cy="361201"/>
          </a:xfrm>
          <a:prstGeom prst="rect">
            <a:avLst/>
          </a:prstGeom>
          <a:noFill/>
          <a:ln>
            <a:noFill/>
          </a:ln>
        </p:spPr>
      </p:pic>
      <p:sp>
        <p:nvSpPr>
          <p:cNvPr id="854" name="Google Shape;854;g34d9c7f49ce_2_702"/>
          <p:cNvSpPr/>
          <p:nvPr/>
        </p:nvSpPr>
        <p:spPr>
          <a:xfrm>
            <a:off x="1670250" y="1379175"/>
            <a:ext cx="11724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Asp.net</a:t>
            </a:r>
            <a:endParaRPr sz="1200"/>
          </a:p>
        </p:txBody>
      </p:sp>
      <p:cxnSp>
        <p:nvCxnSpPr>
          <p:cNvPr id="855" name="Google Shape;855;g34d9c7f49ce_2_702"/>
          <p:cNvCxnSpPr/>
          <p:nvPr/>
        </p:nvCxnSpPr>
        <p:spPr>
          <a:xfrm rot="10800000">
            <a:off x="2256450" y="1897276"/>
            <a:ext cx="0" cy="30210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pic>
        <p:nvPicPr>
          <p:cNvPr id="856" name="Google Shape;856;g34d9c7f49ce_2_7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18925" y="2953171"/>
            <a:ext cx="675511" cy="6755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4d9c7f49ce_2_722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graphicFrame>
        <p:nvGraphicFramePr>
          <p:cNvPr id="863" name="Google Shape;863;g34d9c7f49ce_2_722"/>
          <p:cNvGraphicFramePr/>
          <p:nvPr/>
        </p:nvGraphicFramePr>
        <p:xfrm>
          <a:off x="5926656" y="110911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{5E228032-893A-4CB6-8A92-B825CBA227A9}</a:tableStyleId>
              </a:tblPr>
              <a:tblGrid>
                <a:gridCol w="684500"/>
                <a:gridCol w="1790050"/>
              </a:tblGrid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id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Name</a:t>
                      </a:r>
                      <a:endParaRPr sz="1400"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Telefon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Saat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3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Elektronik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864" name="Google Shape;864;g34d9c7f49ce_2_722"/>
          <p:cNvSpPr txBox="1"/>
          <p:nvPr/>
        </p:nvSpPr>
        <p:spPr>
          <a:xfrm>
            <a:off x="738857" y="708000"/>
            <a:ext cx="460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Products</a:t>
            </a:r>
            <a:endParaRPr sz="1000"/>
          </a:p>
        </p:txBody>
      </p:sp>
      <p:sp>
        <p:nvSpPr>
          <p:cNvPr id="865" name="Google Shape;865;g34d9c7f49ce_2_722"/>
          <p:cNvSpPr txBox="1"/>
          <p:nvPr/>
        </p:nvSpPr>
        <p:spPr>
          <a:xfrm>
            <a:off x="5813782" y="708000"/>
            <a:ext cx="460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Categories</a:t>
            </a:r>
            <a:endParaRPr sz="1000"/>
          </a:p>
        </p:txBody>
      </p:sp>
      <p:graphicFrame>
        <p:nvGraphicFramePr>
          <p:cNvPr id="866" name="Google Shape;866;g34d9c7f49ce_2_722"/>
          <p:cNvGraphicFramePr/>
          <p:nvPr/>
        </p:nvGraphicFramePr>
        <p:xfrm>
          <a:off x="840460" y="110911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{5E228032-893A-4CB6-8A92-B825CBA227A9}</a:tableStyleId>
              </a:tblPr>
              <a:tblGrid>
                <a:gridCol w="495575"/>
                <a:gridCol w="2053000"/>
                <a:gridCol w="1072475"/>
              </a:tblGrid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 u="none" cap="none" strike="noStrike"/>
                        <a:t>id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Title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Price</a:t>
                      </a:r>
                      <a:endParaRPr sz="1400"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IPhone 16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70000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IPhone 17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80000</a:t>
                      </a:r>
                      <a:endParaRPr sz="1400"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3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5882"/>
                        </a:lnSpc>
                        <a:spcBef>
                          <a:spcPts val="1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Samsung Galaxy Watch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40000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867" name="Google Shape;867;g34d9c7f49ce_2_722"/>
          <p:cNvSpPr txBox="1"/>
          <p:nvPr/>
        </p:nvSpPr>
        <p:spPr>
          <a:xfrm>
            <a:off x="7" y="0"/>
            <a:ext cx="4603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 Veri Tabanı</a:t>
            </a:r>
            <a:endParaRPr sz="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2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Google Shape;873;g34d9c7f49ce_2_732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graphicFrame>
        <p:nvGraphicFramePr>
          <p:cNvPr id="874" name="Google Shape;874;g34d9c7f49ce_2_732"/>
          <p:cNvGraphicFramePr/>
          <p:nvPr/>
        </p:nvGraphicFramePr>
        <p:xfrm>
          <a:off x="840460" y="110911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{5E228032-893A-4CB6-8A92-B825CBA227A9}</a:tableStyleId>
              </a:tblPr>
              <a:tblGrid>
                <a:gridCol w="495575"/>
                <a:gridCol w="2053000"/>
                <a:gridCol w="1072475"/>
                <a:gridCol w="1072475"/>
              </a:tblGrid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 u="none" cap="none" strike="noStrike"/>
                        <a:t>id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Title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Price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Category_Id</a:t>
                      </a:r>
                      <a:endParaRPr/>
                    </a:p>
                  </a:txBody>
                  <a:tcPr marT="45725" marB="45725" marR="91450" marL="91450">
                    <a:solidFill>
                      <a:schemeClr val="accent2"/>
                    </a:solidFill>
                  </a:tcPr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IPhone 16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70000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>
                          <a:solidFill>
                            <a:schemeClr val="lt1"/>
                          </a:solidFill>
                        </a:rPr>
                        <a:t>1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45725" marB="45725" marR="91450" marL="91450">
                    <a:solidFill>
                      <a:schemeClr val="accent2"/>
                    </a:solidFill>
                  </a:tcPr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IPhone 17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80000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>
                          <a:solidFill>
                            <a:schemeClr val="lt1"/>
                          </a:solidFill>
                        </a:rPr>
                        <a:t>1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45725" marB="45725" marR="91450" marL="91450">
                    <a:solidFill>
                      <a:schemeClr val="accent2"/>
                    </a:solidFill>
                  </a:tcPr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3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5882"/>
                        </a:lnSpc>
                        <a:spcBef>
                          <a:spcPts val="1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Samsung Galaxy Watch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40000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>
                          <a:solidFill>
                            <a:schemeClr val="lt1"/>
                          </a:solidFill>
                        </a:rPr>
                        <a:t>2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45725" marB="45725" marR="91450" marL="91450"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75" name="Google Shape;875;g34d9c7f49ce_2_732"/>
          <p:cNvGraphicFramePr/>
          <p:nvPr/>
        </p:nvGraphicFramePr>
        <p:xfrm>
          <a:off x="5926656" y="110911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{5E228032-893A-4CB6-8A92-B825CBA227A9}</a:tableStyleId>
              </a:tblPr>
              <a:tblGrid>
                <a:gridCol w="684500"/>
                <a:gridCol w="1790050"/>
              </a:tblGrid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id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Name</a:t>
                      </a:r>
                      <a:endParaRPr sz="1400"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Telefon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Saat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3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Elektronik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876" name="Google Shape;876;g34d9c7f49ce_2_732"/>
          <p:cNvSpPr txBox="1"/>
          <p:nvPr/>
        </p:nvSpPr>
        <p:spPr>
          <a:xfrm>
            <a:off x="738857" y="708000"/>
            <a:ext cx="460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Products</a:t>
            </a:r>
            <a:endParaRPr sz="1000"/>
          </a:p>
        </p:txBody>
      </p:sp>
      <p:sp>
        <p:nvSpPr>
          <p:cNvPr id="877" name="Google Shape;877;g34d9c7f49ce_2_732"/>
          <p:cNvSpPr txBox="1"/>
          <p:nvPr/>
        </p:nvSpPr>
        <p:spPr>
          <a:xfrm>
            <a:off x="5813782" y="708000"/>
            <a:ext cx="460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Categories</a:t>
            </a:r>
            <a:endParaRPr sz="1000"/>
          </a:p>
        </p:txBody>
      </p:sp>
      <p:sp>
        <p:nvSpPr>
          <p:cNvPr id="878" name="Google Shape;878;g34d9c7f49ce_2_732"/>
          <p:cNvSpPr txBox="1"/>
          <p:nvPr/>
        </p:nvSpPr>
        <p:spPr>
          <a:xfrm>
            <a:off x="4348580" y="2723750"/>
            <a:ext cx="1465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Yabancı anahtar</a:t>
            </a:r>
            <a:endParaRPr sz="1000"/>
          </a:p>
        </p:txBody>
      </p:sp>
      <p:cxnSp>
        <p:nvCxnSpPr>
          <p:cNvPr id="879" name="Google Shape;879;g34d9c7f49ce_2_732"/>
          <p:cNvCxnSpPr/>
          <p:nvPr/>
        </p:nvCxnSpPr>
        <p:spPr>
          <a:xfrm>
            <a:off x="4988375" y="2421651"/>
            <a:ext cx="0" cy="30210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880" name="Google Shape;880;g34d9c7f49ce_2_732"/>
          <p:cNvSpPr txBox="1"/>
          <p:nvPr/>
        </p:nvSpPr>
        <p:spPr>
          <a:xfrm>
            <a:off x="7" y="0"/>
            <a:ext cx="4603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 Veri Tabanı</a:t>
            </a:r>
            <a:endParaRPr sz="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34d9c7f49ce_2_744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graphicFrame>
        <p:nvGraphicFramePr>
          <p:cNvPr id="887" name="Google Shape;887;g34d9c7f49ce_2_744"/>
          <p:cNvGraphicFramePr/>
          <p:nvPr/>
        </p:nvGraphicFramePr>
        <p:xfrm>
          <a:off x="5926656" y="110911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{5E228032-893A-4CB6-8A92-B825CBA227A9}</a:tableStyleId>
              </a:tblPr>
              <a:tblGrid>
                <a:gridCol w="684500"/>
                <a:gridCol w="1790050"/>
              </a:tblGrid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id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Name</a:t>
                      </a:r>
                      <a:endParaRPr sz="1400"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Telefon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Saat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3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Elektronik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888" name="Google Shape;888;g34d9c7f49ce_2_744"/>
          <p:cNvSpPr txBox="1"/>
          <p:nvPr/>
        </p:nvSpPr>
        <p:spPr>
          <a:xfrm>
            <a:off x="738857" y="708000"/>
            <a:ext cx="460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Products</a:t>
            </a:r>
            <a:endParaRPr sz="1000"/>
          </a:p>
        </p:txBody>
      </p:sp>
      <p:sp>
        <p:nvSpPr>
          <p:cNvPr id="889" name="Google Shape;889;g34d9c7f49ce_2_744"/>
          <p:cNvSpPr txBox="1"/>
          <p:nvPr/>
        </p:nvSpPr>
        <p:spPr>
          <a:xfrm>
            <a:off x="5813782" y="708000"/>
            <a:ext cx="460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Categories</a:t>
            </a:r>
            <a:endParaRPr sz="1000"/>
          </a:p>
        </p:txBody>
      </p:sp>
      <p:graphicFrame>
        <p:nvGraphicFramePr>
          <p:cNvPr id="890" name="Google Shape;890;g34d9c7f49ce_2_744"/>
          <p:cNvGraphicFramePr/>
          <p:nvPr/>
        </p:nvGraphicFramePr>
        <p:xfrm>
          <a:off x="840460" y="110911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{5E228032-893A-4CB6-8A92-B825CBA227A9}</a:tableStyleId>
              </a:tblPr>
              <a:tblGrid>
                <a:gridCol w="495575"/>
                <a:gridCol w="2053000"/>
                <a:gridCol w="1072475"/>
              </a:tblGrid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 u="none" cap="none" strike="noStrike"/>
                        <a:t>id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Title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Price</a:t>
                      </a:r>
                      <a:endParaRPr sz="1400"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IPhone 16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70000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IPhone 17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80000</a:t>
                      </a:r>
                      <a:endParaRPr sz="1400"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3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5882"/>
                        </a:lnSpc>
                        <a:spcBef>
                          <a:spcPts val="1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Samsung Galaxy Watch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40000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graphicFrame>
        <p:nvGraphicFramePr>
          <p:cNvPr id="891" name="Google Shape;891;g34d9c7f49ce_2_744"/>
          <p:cNvGraphicFramePr/>
          <p:nvPr/>
        </p:nvGraphicFramePr>
        <p:xfrm>
          <a:off x="840448" y="278175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{5E228032-893A-4CB6-8A92-B825CBA227A9}</a:tableStyleId>
              </a:tblPr>
              <a:tblGrid>
                <a:gridCol w="1201125"/>
                <a:gridCol w="1157400"/>
              </a:tblGrid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Product</a:t>
                      </a:r>
                      <a:r>
                        <a:rPr lang="tr-TR" sz="1400"/>
                        <a:t>_Id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>
                          <a:solidFill>
                            <a:schemeClr val="lt1"/>
                          </a:solidFill>
                        </a:rPr>
                        <a:t>Category_Id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3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17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3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17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3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2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892" name="Google Shape;892;g34d9c7f49ce_2_744"/>
          <p:cNvSpPr txBox="1"/>
          <p:nvPr/>
        </p:nvSpPr>
        <p:spPr>
          <a:xfrm>
            <a:off x="7" y="0"/>
            <a:ext cx="4603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 Veri Tabanı</a:t>
            </a:r>
            <a:endParaRPr sz="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34d9c7f49ce_2_755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899" name="Google Shape;899;g34d9c7f49ce_2_755"/>
          <p:cNvSpPr txBox="1"/>
          <p:nvPr/>
        </p:nvSpPr>
        <p:spPr>
          <a:xfrm>
            <a:off x="935532" y="2186850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ORM Nedir?</a:t>
            </a:r>
            <a:endParaRPr sz="150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34d9c7f49ce_2_761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906" name="Google Shape;906;g34d9c7f49ce_2_761"/>
          <p:cNvSpPr txBox="1"/>
          <p:nvPr/>
        </p:nvSpPr>
        <p:spPr>
          <a:xfrm>
            <a:off x="7" y="0"/>
            <a:ext cx="4603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Object Relational Mapping (ORM)</a:t>
            </a:r>
            <a:endParaRPr sz="800"/>
          </a:p>
        </p:txBody>
      </p:sp>
      <p:sp>
        <p:nvSpPr>
          <p:cNvPr id="907" name="Google Shape;907;g34d9c7f49ce_2_761"/>
          <p:cNvSpPr/>
          <p:nvPr/>
        </p:nvSpPr>
        <p:spPr>
          <a:xfrm>
            <a:off x="6858139" y="1414864"/>
            <a:ext cx="648000" cy="863400"/>
          </a:xfrm>
          <a:prstGeom prst="can">
            <a:avLst>
              <a:gd fmla="val 25000" name="adj"/>
            </a:avLst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" name="Google Shape;908;g34d9c7f49ce_2_761"/>
          <p:cNvSpPr txBox="1"/>
          <p:nvPr/>
        </p:nvSpPr>
        <p:spPr>
          <a:xfrm>
            <a:off x="6692724" y="127788"/>
            <a:ext cx="12201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host address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username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password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09" name="Google Shape;909;g34d9c7f49ce_2_761"/>
          <p:cNvCxnSpPr/>
          <p:nvPr/>
        </p:nvCxnSpPr>
        <p:spPr>
          <a:xfrm>
            <a:off x="7149499" y="774276"/>
            <a:ext cx="0" cy="30210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cxnSp>
        <p:nvCxnSpPr>
          <p:cNvPr id="910" name="Google Shape;910;g34d9c7f49ce_2_761"/>
          <p:cNvCxnSpPr/>
          <p:nvPr/>
        </p:nvCxnSpPr>
        <p:spPr>
          <a:xfrm>
            <a:off x="1642301" y="1806475"/>
            <a:ext cx="462900" cy="0"/>
          </a:xfrm>
          <a:prstGeom prst="straightConnector1">
            <a:avLst/>
          </a:prstGeom>
          <a:noFill/>
          <a:ln cap="flat" cmpd="sng" w="28575">
            <a:solidFill>
              <a:srgbClr val="009045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cxnSp>
        <p:nvCxnSpPr>
          <p:cNvPr id="911" name="Google Shape;911;g34d9c7f49ce_2_761"/>
          <p:cNvCxnSpPr/>
          <p:nvPr/>
        </p:nvCxnSpPr>
        <p:spPr>
          <a:xfrm>
            <a:off x="4879551" y="1806475"/>
            <a:ext cx="462900" cy="0"/>
          </a:xfrm>
          <a:prstGeom prst="straightConnector1">
            <a:avLst/>
          </a:prstGeom>
          <a:noFill/>
          <a:ln cap="flat" cmpd="sng" w="28575">
            <a:solidFill>
              <a:srgbClr val="009045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912" name="Google Shape;912;g34d9c7f49ce_2_761"/>
          <p:cNvSpPr/>
          <p:nvPr/>
        </p:nvSpPr>
        <p:spPr>
          <a:xfrm>
            <a:off x="2332702" y="3349726"/>
            <a:ext cx="2088300" cy="3126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 * From Urunler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" name="Google Shape;913;g34d9c7f49ce_2_761"/>
          <p:cNvSpPr/>
          <p:nvPr/>
        </p:nvSpPr>
        <p:spPr>
          <a:xfrm>
            <a:off x="2334157" y="2903425"/>
            <a:ext cx="2088300" cy="3126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Command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914" name="Google Shape;914;g34d9c7f49ce_2_761"/>
          <p:cNvGraphicFramePr/>
          <p:nvPr/>
        </p:nvGraphicFramePr>
        <p:xfrm>
          <a:off x="5972460" y="290341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{5E228032-893A-4CB6-8A92-B825CBA227A9}</a:tableStyleId>
              </a:tblPr>
              <a:tblGrid>
                <a:gridCol w="382900"/>
                <a:gridCol w="1496175"/>
                <a:gridCol w="781575"/>
              </a:tblGrid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 u="none" cap="none" strike="noStrike"/>
                        <a:t>id</a:t>
                      </a:r>
                      <a:endParaRPr sz="11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/>
                        <a:t>Title</a:t>
                      </a:r>
                      <a:endParaRPr sz="11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/>
                        <a:t>Price</a:t>
                      </a:r>
                      <a:endParaRPr sz="1100"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/>
                        <a:t>1</a:t>
                      </a:r>
                      <a:endParaRPr sz="11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/>
                        <a:t>IPhone 16</a:t>
                      </a:r>
                      <a:endParaRPr sz="11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/>
                        <a:t>70000</a:t>
                      </a:r>
                      <a:endParaRPr sz="1100"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/>
                        <a:t>2</a:t>
                      </a:r>
                      <a:endParaRPr sz="11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>
                          <a:solidFill>
                            <a:schemeClr val="dk1"/>
                          </a:solidFill>
                        </a:rPr>
                        <a:t>IPhone 17</a:t>
                      </a:r>
                      <a:endParaRPr sz="11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>
                          <a:solidFill>
                            <a:schemeClr val="dk1"/>
                          </a:solidFill>
                        </a:rPr>
                        <a:t>80000</a:t>
                      </a:r>
                      <a:endParaRPr sz="11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cxnSp>
        <p:nvCxnSpPr>
          <p:cNvPr id="915" name="Google Shape;915;g34d9c7f49ce_2_761"/>
          <p:cNvCxnSpPr/>
          <p:nvPr/>
        </p:nvCxnSpPr>
        <p:spPr>
          <a:xfrm rot="10800000">
            <a:off x="3426950" y="2112925"/>
            <a:ext cx="0" cy="318900"/>
          </a:xfrm>
          <a:prstGeom prst="straightConnector1">
            <a:avLst/>
          </a:prstGeom>
          <a:noFill/>
          <a:ln cap="flat" cmpd="sng" w="28575">
            <a:solidFill>
              <a:srgbClr val="009045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916" name="Google Shape;916;g34d9c7f49ce_2_761"/>
          <p:cNvSpPr txBox="1"/>
          <p:nvPr/>
        </p:nvSpPr>
        <p:spPr>
          <a:xfrm>
            <a:off x="4472606" y="3367575"/>
            <a:ext cx="522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</a:t>
            </a:r>
            <a:endParaRPr sz="800"/>
          </a:p>
        </p:txBody>
      </p:sp>
      <p:sp>
        <p:nvSpPr>
          <p:cNvPr id="917" name="Google Shape;917;g34d9c7f49ce_2_761"/>
          <p:cNvSpPr txBox="1"/>
          <p:nvPr/>
        </p:nvSpPr>
        <p:spPr>
          <a:xfrm>
            <a:off x="232411" y="3275175"/>
            <a:ext cx="1705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 IPhone 16 70000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 IPhone 17 70000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8" name="Google Shape;918;g34d9c7f49ce_2_761"/>
          <p:cNvSpPr/>
          <p:nvPr/>
        </p:nvSpPr>
        <p:spPr>
          <a:xfrm>
            <a:off x="203250" y="1582825"/>
            <a:ext cx="12717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 sz="1200"/>
          </a:p>
        </p:txBody>
      </p:sp>
      <p:sp>
        <p:nvSpPr>
          <p:cNvPr id="919" name="Google Shape;919;g34d9c7f49ce_2_761"/>
          <p:cNvSpPr/>
          <p:nvPr/>
        </p:nvSpPr>
        <p:spPr>
          <a:xfrm>
            <a:off x="2382800" y="1582825"/>
            <a:ext cx="22203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Connection</a:t>
            </a:r>
            <a:endParaRPr sz="12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g34d9c7f49ce_2_780"/>
          <p:cNvSpPr/>
          <p:nvPr/>
        </p:nvSpPr>
        <p:spPr>
          <a:xfrm>
            <a:off x="203250" y="2722525"/>
            <a:ext cx="4368600" cy="11130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926" name="Google Shape;926;g34d9c7f49ce_2_780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927" name="Google Shape;927;g34d9c7f49ce_2_780"/>
          <p:cNvSpPr txBox="1"/>
          <p:nvPr/>
        </p:nvSpPr>
        <p:spPr>
          <a:xfrm>
            <a:off x="7" y="0"/>
            <a:ext cx="4603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Object Relational Mapping (ORM)</a:t>
            </a:r>
            <a:endParaRPr sz="800"/>
          </a:p>
        </p:txBody>
      </p:sp>
      <p:sp>
        <p:nvSpPr>
          <p:cNvPr id="928" name="Google Shape;928;g34d9c7f49ce_2_780"/>
          <p:cNvSpPr/>
          <p:nvPr/>
        </p:nvSpPr>
        <p:spPr>
          <a:xfrm>
            <a:off x="6858139" y="1414864"/>
            <a:ext cx="648000" cy="863400"/>
          </a:xfrm>
          <a:prstGeom prst="can">
            <a:avLst>
              <a:gd fmla="val 25000" name="adj"/>
            </a:avLst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9" name="Google Shape;929;g34d9c7f49ce_2_780"/>
          <p:cNvSpPr txBox="1"/>
          <p:nvPr/>
        </p:nvSpPr>
        <p:spPr>
          <a:xfrm>
            <a:off x="6692724" y="127788"/>
            <a:ext cx="12201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host address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username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password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30" name="Google Shape;930;g34d9c7f49ce_2_780"/>
          <p:cNvCxnSpPr/>
          <p:nvPr/>
        </p:nvCxnSpPr>
        <p:spPr>
          <a:xfrm>
            <a:off x="7149499" y="774276"/>
            <a:ext cx="0" cy="30210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931" name="Google Shape;931;g34d9c7f49ce_2_780"/>
          <p:cNvSpPr/>
          <p:nvPr/>
        </p:nvSpPr>
        <p:spPr>
          <a:xfrm>
            <a:off x="203250" y="1582825"/>
            <a:ext cx="12717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 sz="1200"/>
          </a:p>
        </p:txBody>
      </p:sp>
      <p:cxnSp>
        <p:nvCxnSpPr>
          <p:cNvPr id="932" name="Google Shape;932;g34d9c7f49ce_2_780"/>
          <p:cNvCxnSpPr/>
          <p:nvPr/>
        </p:nvCxnSpPr>
        <p:spPr>
          <a:xfrm>
            <a:off x="1642301" y="1806475"/>
            <a:ext cx="462900" cy="0"/>
          </a:xfrm>
          <a:prstGeom prst="straightConnector1">
            <a:avLst/>
          </a:prstGeom>
          <a:noFill/>
          <a:ln cap="flat" cmpd="sng" w="28575">
            <a:solidFill>
              <a:srgbClr val="009045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933" name="Google Shape;933;g34d9c7f49ce_2_780"/>
          <p:cNvSpPr/>
          <p:nvPr/>
        </p:nvSpPr>
        <p:spPr>
          <a:xfrm>
            <a:off x="2382800" y="1582825"/>
            <a:ext cx="22203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Connection</a:t>
            </a:r>
            <a:endParaRPr sz="1200"/>
          </a:p>
        </p:txBody>
      </p:sp>
      <p:cxnSp>
        <p:nvCxnSpPr>
          <p:cNvPr id="934" name="Google Shape;934;g34d9c7f49ce_2_780"/>
          <p:cNvCxnSpPr/>
          <p:nvPr/>
        </p:nvCxnSpPr>
        <p:spPr>
          <a:xfrm>
            <a:off x="4879551" y="1806475"/>
            <a:ext cx="462900" cy="0"/>
          </a:xfrm>
          <a:prstGeom prst="straightConnector1">
            <a:avLst/>
          </a:prstGeom>
          <a:noFill/>
          <a:ln cap="flat" cmpd="sng" w="28575">
            <a:solidFill>
              <a:srgbClr val="009045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935" name="Google Shape;935;g34d9c7f49ce_2_780"/>
          <p:cNvSpPr/>
          <p:nvPr/>
        </p:nvSpPr>
        <p:spPr>
          <a:xfrm>
            <a:off x="2332702" y="3349726"/>
            <a:ext cx="2088300" cy="3126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LINQ Queries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6" name="Google Shape;936;g34d9c7f49ce_2_780"/>
          <p:cNvSpPr/>
          <p:nvPr/>
        </p:nvSpPr>
        <p:spPr>
          <a:xfrm>
            <a:off x="2334157" y="2903425"/>
            <a:ext cx="2088300" cy="3126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Command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937" name="Google Shape;937;g34d9c7f49ce_2_780"/>
          <p:cNvGraphicFramePr/>
          <p:nvPr/>
        </p:nvGraphicFramePr>
        <p:xfrm>
          <a:off x="5972460" y="290341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{5E228032-893A-4CB6-8A92-B825CBA227A9}</a:tableStyleId>
              </a:tblPr>
              <a:tblGrid>
                <a:gridCol w="382900"/>
                <a:gridCol w="1496175"/>
                <a:gridCol w="781575"/>
              </a:tblGrid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 u="none" cap="none" strike="noStrike"/>
                        <a:t>id</a:t>
                      </a:r>
                      <a:endParaRPr sz="11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/>
                        <a:t>Title</a:t>
                      </a:r>
                      <a:endParaRPr sz="11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/>
                        <a:t>Price</a:t>
                      </a:r>
                      <a:endParaRPr sz="1100"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/>
                        <a:t>1</a:t>
                      </a:r>
                      <a:endParaRPr sz="11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/>
                        <a:t>IPhone 16</a:t>
                      </a:r>
                      <a:endParaRPr sz="11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/>
                        <a:t>70000</a:t>
                      </a:r>
                      <a:endParaRPr sz="1100"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/>
                        <a:t>2</a:t>
                      </a:r>
                      <a:endParaRPr sz="11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>
                          <a:solidFill>
                            <a:schemeClr val="dk1"/>
                          </a:solidFill>
                        </a:rPr>
                        <a:t>IPhone 17</a:t>
                      </a:r>
                      <a:endParaRPr sz="11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>
                          <a:solidFill>
                            <a:schemeClr val="dk1"/>
                          </a:solidFill>
                        </a:rPr>
                        <a:t>80000</a:t>
                      </a:r>
                      <a:endParaRPr sz="11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938" name="Google Shape;938;g34d9c7f49ce_2_780"/>
          <p:cNvSpPr/>
          <p:nvPr/>
        </p:nvSpPr>
        <p:spPr>
          <a:xfrm>
            <a:off x="374800" y="2903422"/>
            <a:ext cx="1172400" cy="318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Product</a:t>
            </a:r>
            <a:endParaRPr sz="1200"/>
          </a:p>
        </p:txBody>
      </p:sp>
      <p:sp>
        <p:nvSpPr>
          <p:cNvPr id="939" name="Google Shape;939;g34d9c7f49ce_2_780"/>
          <p:cNvSpPr/>
          <p:nvPr/>
        </p:nvSpPr>
        <p:spPr>
          <a:xfrm>
            <a:off x="374800" y="3336047"/>
            <a:ext cx="1172400" cy="318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Product</a:t>
            </a:r>
            <a:endParaRPr sz="1200"/>
          </a:p>
        </p:txBody>
      </p:sp>
      <p:sp>
        <p:nvSpPr>
          <p:cNvPr id="940" name="Google Shape;940;g34d9c7f49ce_2_780"/>
          <p:cNvSpPr txBox="1"/>
          <p:nvPr/>
        </p:nvSpPr>
        <p:spPr>
          <a:xfrm>
            <a:off x="1992756" y="3952375"/>
            <a:ext cx="617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ORM</a:t>
            </a:r>
            <a:endParaRPr sz="800"/>
          </a:p>
        </p:txBody>
      </p:sp>
      <p:cxnSp>
        <p:nvCxnSpPr>
          <p:cNvPr id="941" name="Google Shape;941;g34d9c7f49ce_2_780"/>
          <p:cNvCxnSpPr/>
          <p:nvPr/>
        </p:nvCxnSpPr>
        <p:spPr>
          <a:xfrm rot="10800000">
            <a:off x="839100" y="2225276"/>
            <a:ext cx="0" cy="30210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6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Google Shape;947;g34d9c7f49ce_2_801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948" name="Google Shape;948;g34d9c7f49ce_2_801"/>
          <p:cNvSpPr txBox="1"/>
          <p:nvPr/>
        </p:nvSpPr>
        <p:spPr>
          <a:xfrm>
            <a:off x="7" y="0"/>
            <a:ext cx="4603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Object Relational Mapping (ORM)</a:t>
            </a:r>
            <a:endParaRPr sz="800"/>
          </a:p>
        </p:txBody>
      </p:sp>
      <p:sp>
        <p:nvSpPr>
          <p:cNvPr id="949" name="Google Shape;949;g34d9c7f49ce_2_801"/>
          <p:cNvSpPr/>
          <p:nvPr/>
        </p:nvSpPr>
        <p:spPr>
          <a:xfrm>
            <a:off x="6858139" y="1414864"/>
            <a:ext cx="648000" cy="863400"/>
          </a:xfrm>
          <a:prstGeom prst="can">
            <a:avLst>
              <a:gd fmla="val 25000" name="adj"/>
            </a:avLst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0" name="Google Shape;950;g34d9c7f49ce_2_801"/>
          <p:cNvSpPr/>
          <p:nvPr/>
        </p:nvSpPr>
        <p:spPr>
          <a:xfrm>
            <a:off x="203250" y="1582825"/>
            <a:ext cx="1271700" cy="447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 sz="1200"/>
          </a:p>
        </p:txBody>
      </p:sp>
      <p:cxnSp>
        <p:nvCxnSpPr>
          <p:cNvPr id="951" name="Google Shape;951;g34d9c7f49ce_2_801"/>
          <p:cNvCxnSpPr/>
          <p:nvPr/>
        </p:nvCxnSpPr>
        <p:spPr>
          <a:xfrm>
            <a:off x="1642301" y="1806475"/>
            <a:ext cx="462900" cy="0"/>
          </a:xfrm>
          <a:prstGeom prst="straightConnector1">
            <a:avLst/>
          </a:prstGeom>
          <a:noFill/>
          <a:ln cap="flat" cmpd="sng" w="28575">
            <a:solidFill>
              <a:srgbClr val="009045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952" name="Google Shape;952;g34d9c7f49ce_2_801"/>
          <p:cNvSpPr/>
          <p:nvPr/>
        </p:nvSpPr>
        <p:spPr>
          <a:xfrm>
            <a:off x="2382800" y="1582825"/>
            <a:ext cx="2220300" cy="18534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ORM</a:t>
            </a:r>
            <a:endParaRPr sz="1200"/>
          </a:p>
        </p:txBody>
      </p:sp>
      <p:cxnSp>
        <p:nvCxnSpPr>
          <p:cNvPr id="953" name="Google Shape;953;g34d9c7f49ce_2_801"/>
          <p:cNvCxnSpPr/>
          <p:nvPr/>
        </p:nvCxnSpPr>
        <p:spPr>
          <a:xfrm>
            <a:off x="4789226" y="2571750"/>
            <a:ext cx="462900" cy="0"/>
          </a:xfrm>
          <a:prstGeom prst="straightConnector1">
            <a:avLst/>
          </a:prstGeom>
          <a:noFill/>
          <a:ln cap="flat" cmpd="sng" w="28575">
            <a:solidFill>
              <a:srgbClr val="009045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graphicFrame>
        <p:nvGraphicFramePr>
          <p:cNvPr id="954" name="Google Shape;954;g34d9c7f49ce_2_801"/>
          <p:cNvGraphicFramePr/>
          <p:nvPr/>
        </p:nvGraphicFramePr>
        <p:xfrm>
          <a:off x="5961160" y="263701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{5E228032-893A-4CB6-8A92-B825CBA227A9}</a:tableStyleId>
              </a:tblPr>
              <a:tblGrid>
                <a:gridCol w="382900"/>
                <a:gridCol w="1496175"/>
                <a:gridCol w="781575"/>
              </a:tblGrid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 u="none" cap="none" strike="noStrike"/>
                        <a:t>id</a:t>
                      </a:r>
                      <a:endParaRPr sz="11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/>
                        <a:t>Title</a:t>
                      </a:r>
                      <a:endParaRPr sz="11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/>
                        <a:t>Price</a:t>
                      </a:r>
                      <a:endParaRPr sz="1100"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/>
                        <a:t>1</a:t>
                      </a:r>
                      <a:endParaRPr sz="11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/>
                        <a:t>IPhone 16</a:t>
                      </a:r>
                      <a:endParaRPr sz="11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/>
                        <a:t>70000</a:t>
                      </a:r>
                      <a:endParaRPr sz="1100"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/>
                        <a:t>2</a:t>
                      </a:r>
                      <a:endParaRPr sz="11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>
                          <a:solidFill>
                            <a:schemeClr val="dk1"/>
                          </a:solidFill>
                        </a:rPr>
                        <a:t>IPhone 17</a:t>
                      </a:r>
                      <a:endParaRPr sz="11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100">
                          <a:solidFill>
                            <a:schemeClr val="dk1"/>
                          </a:solidFill>
                        </a:rPr>
                        <a:t>80000</a:t>
                      </a:r>
                      <a:endParaRPr sz="11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955" name="Google Shape;955;g34d9c7f49ce_2_801"/>
          <p:cNvSpPr/>
          <p:nvPr/>
        </p:nvSpPr>
        <p:spPr>
          <a:xfrm>
            <a:off x="203250" y="2684700"/>
            <a:ext cx="1271700" cy="318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Product</a:t>
            </a:r>
            <a:endParaRPr sz="1200"/>
          </a:p>
        </p:txBody>
      </p:sp>
      <p:sp>
        <p:nvSpPr>
          <p:cNvPr id="956" name="Google Shape;956;g34d9c7f49ce_2_801"/>
          <p:cNvSpPr/>
          <p:nvPr/>
        </p:nvSpPr>
        <p:spPr>
          <a:xfrm>
            <a:off x="203250" y="3117325"/>
            <a:ext cx="1271700" cy="3189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Product</a:t>
            </a:r>
            <a:endParaRPr sz="1200"/>
          </a:p>
        </p:txBody>
      </p:sp>
      <p:cxnSp>
        <p:nvCxnSpPr>
          <p:cNvPr id="957" name="Google Shape;957;g34d9c7f49ce_2_801"/>
          <p:cNvCxnSpPr/>
          <p:nvPr/>
        </p:nvCxnSpPr>
        <p:spPr>
          <a:xfrm rot="10800000">
            <a:off x="839100" y="2225276"/>
            <a:ext cx="0" cy="30210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cxnSp>
        <p:nvCxnSpPr>
          <p:cNvPr id="958" name="Google Shape;958;g34d9c7f49ce_2_801"/>
          <p:cNvCxnSpPr/>
          <p:nvPr/>
        </p:nvCxnSpPr>
        <p:spPr>
          <a:xfrm rot="10800000">
            <a:off x="1642301" y="3036625"/>
            <a:ext cx="462900" cy="0"/>
          </a:xfrm>
          <a:prstGeom prst="straightConnector1">
            <a:avLst/>
          </a:prstGeom>
          <a:noFill/>
          <a:ln cap="flat" cmpd="sng" w="28575">
            <a:solidFill>
              <a:srgbClr val="009045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3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g34d9c7f49ce_2_817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965" name="Google Shape;965;g34d9c7f49ce_2_817"/>
          <p:cNvSpPr txBox="1"/>
          <p:nvPr/>
        </p:nvSpPr>
        <p:spPr>
          <a:xfrm>
            <a:off x="935532" y="2186850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Entity Framework Nedir?</a:t>
            </a:r>
            <a:endParaRPr sz="150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0" name="Shape 9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1" name="Google Shape;971;g34d9c7f49ce_2_823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972" name="Google Shape;972;g34d9c7f49ce_2_823"/>
          <p:cNvSpPr txBox="1"/>
          <p:nvPr/>
        </p:nvSpPr>
        <p:spPr>
          <a:xfrm>
            <a:off x="7" y="-25375"/>
            <a:ext cx="4603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Entity Framework Nedir?</a:t>
            </a:r>
            <a:endParaRPr sz="700"/>
          </a:p>
        </p:txBody>
      </p:sp>
      <p:sp>
        <p:nvSpPr>
          <p:cNvPr id="973" name="Google Shape;973;g34d9c7f49ce_2_823"/>
          <p:cNvSpPr/>
          <p:nvPr/>
        </p:nvSpPr>
        <p:spPr>
          <a:xfrm>
            <a:off x="3024288" y="1323001"/>
            <a:ext cx="3024300" cy="15027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" name="Google Shape;974;g34d9c7f49ce_2_823"/>
          <p:cNvSpPr txBox="1"/>
          <p:nvPr/>
        </p:nvSpPr>
        <p:spPr>
          <a:xfrm>
            <a:off x="2924125" y="473250"/>
            <a:ext cx="3104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ORM =&gt; Entity Framework Core</a:t>
            </a:r>
            <a:endParaRPr sz="800"/>
          </a:p>
        </p:txBody>
      </p:sp>
      <p:sp>
        <p:nvSpPr>
          <p:cNvPr id="975" name="Google Shape;975;g34d9c7f49ce_2_823"/>
          <p:cNvSpPr txBox="1"/>
          <p:nvPr/>
        </p:nvSpPr>
        <p:spPr>
          <a:xfrm>
            <a:off x="2904064" y="977150"/>
            <a:ext cx="9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DbContext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6" name="Google Shape;976;g34d9c7f49ce_2_823"/>
          <p:cNvSpPr/>
          <p:nvPr/>
        </p:nvSpPr>
        <p:spPr>
          <a:xfrm>
            <a:off x="3129417" y="1468179"/>
            <a:ext cx="2808300" cy="3126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Connection</a:t>
            </a:r>
            <a:endParaRPr/>
          </a:p>
        </p:txBody>
      </p:sp>
      <p:sp>
        <p:nvSpPr>
          <p:cNvPr id="977" name="Google Shape;977;g34d9c7f49ce_2_823"/>
          <p:cNvSpPr/>
          <p:nvPr/>
        </p:nvSpPr>
        <p:spPr>
          <a:xfrm>
            <a:off x="3129417" y="1922075"/>
            <a:ext cx="2808300" cy="3126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Command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8" name="Google Shape;978;g34d9c7f49ce_2_823"/>
          <p:cNvSpPr/>
          <p:nvPr/>
        </p:nvSpPr>
        <p:spPr>
          <a:xfrm>
            <a:off x="3129417" y="2375982"/>
            <a:ext cx="2808300" cy="3126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DbSets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" name="Google Shape;979;g34d9c7f49ce_2_823"/>
          <p:cNvSpPr/>
          <p:nvPr/>
        </p:nvSpPr>
        <p:spPr>
          <a:xfrm>
            <a:off x="3132282" y="3283780"/>
            <a:ext cx="2808300" cy="3126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Urunler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0" name="Google Shape;980;g34d9c7f49ce_2_823"/>
          <p:cNvSpPr/>
          <p:nvPr/>
        </p:nvSpPr>
        <p:spPr>
          <a:xfrm>
            <a:off x="3126182" y="3936713"/>
            <a:ext cx="2808300" cy="3126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Kategoriler</a:t>
            </a:r>
            <a:endParaRPr/>
          </a:p>
        </p:txBody>
      </p:sp>
      <p:cxnSp>
        <p:nvCxnSpPr>
          <p:cNvPr id="981" name="Google Shape;981;g34d9c7f49ce_2_823"/>
          <p:cNvCxnSpPr/>
          <p:nvPr/>
        </p:nvCxnSpPr>
        <p:spPr>
          <a:xfrm>
            <a:off x="4536437" y="2903688"/>
            <a:ext cx="0" cy="30210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982" name="Google Shape;982;g34d9c7f49ce_2_823"/>
          <p:cNvSpPr/>
          <p:nvPr/>
        </p:nvSpPr>
        <p:spPr>
          <a:xfrm>
            <a:off x="7861189" y="1192776"/>
            <a:ext cx="648000" cy="863400"/>
          </a:xfrm>
          <a:prstGeom prst="can">
            <a:avLst>
              <a:gd fmla="val 25000" name="adj"/>
            </a:avLst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983" name="Google Shape;983;g34d9c7f49ce_2_823"/>
          <p:cNvGraphicFramePr/>
          <p:nvPr/>
        </p:nvGraphicFramePr>
        <p:xfrm>
          <a:off x="6686324" y="2945359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{82A94104-4315-4055-9CD6-DEB7BFCC549C}</a:tableStyleId>
              </a:tblPr>
              <a:tblGrid>
                <a:gridCol w="783850"/>
                <a:gridCol w="783850"/>
                <a:gridCol w="783850"/>
              </a:tblGrid>
              <a:tr h="231725">
                <a:tc gridSpan="3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000"/>
                        <a:t>Urunler</a:t>
                      </a:r>
                      <a:endParaRPr sz="1000"/>
                    </a:p>
                  </a:txBody>
                  <a:tcPr marT="45725" marB="45725" marR="45725" marL="45725">
                    <a:solidFill>
                      <a:schemeClr val="accent6"/>
                    </a:solidFill>
                  </a:tcPr>
                </a:tc>
                <a:tc hMerge="1"/>
                <a:tc hMerge="1"/>
              </a:tr>
              <a:tr h="190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000"/>
                        <a:t>Id</a:t>
                      </a:r>
                      <a:endParaRPr sz="1000"/>
                    </a:p>
                  </a:txBody>
                  <a:tcPr marT="45725" marB="45725" marR="45725" marL="4572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000"/>
                        <a:t>Ad</a:t>
                      </a:r>
                      <a:endParaRPr sz="1200"/>
                    </a:p>
                  </a:txBody>
                  <a:tcPr marT="45725" marB="45725" marR="45725" marL="4572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000"/>
                        <a:t>Fiyat</a:t>
                      </a:r>
                      <a:endParaRPr sz="1200"/>
                    </a:p>
                  </a:txBody>
                  <a:tcPr marT="45725" marB="45725" marR="45725" marL="45725">
                    <a:solidFill>
                      <a:schemeClr val="accent6"/>
                    </a:solidFill>
                  </a:tcPr>
                </a:tc>
              </a:tr>
              <a:tr h="257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000"/>
                        <a:t>1</a:t>
                      </a:r>
                      <a:endParaRPr sz="1200"/>
                    </a:p>
                  </a:txBody>
                  <a:tcPr marT="45725" marB="45725" marR="45725" marL="457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000"/>
                        <a:t>Iphone 14</a:t>
                      </a:r>
                      <a:endParaRPr sz="1200"/>
                    </a:p>
                  </a:txBody>
                  <a:tcPr marT="45725" marB="45725" marR="45725" marL="457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000"/>
                        <a:t>50.000</a:t>
                      </a:r>
                      <a:endParaRPr sz="1200"/>
                    </a:p>
                  </a:txBody>
                  <a:tcPr marT="45725" marB="45725" marR="45725" marL="45725"/>
                </a:tc>
              </a:tr>
              <a:tr h="2161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000"/>
                        <a:t>2</a:t>
                      </a:r>
                      <a:endParaRPr sz="1200"/>
                    </a:p>
                  </a:txBody>
                  <a:tcPr marT="45725" marB="45725" marR="45725" marL="457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000"/>
                        <a:t>Iphone 15</a:t>
                      </a:r>
                      <a:endParaRPr sz="1200"/>
                    </a:p>
                  </a:txBody>
                  <a:tcPr marT="45725" marB="45725" marR="45725" marL="457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000"/>
                        <a:t>60.000</a:t>
                      </a:r>
                      <a:endParaRPr sz="1200"/>
                    </a:p>
                  </a:txBody>
                  <a:tcPr marT="45725" marB="45725" marR="45725" marL="45725"/>
                </a:tc>
              </a:tr>
            </a:tbl>
          </a:graphicData>
        </a:graphic>
      </p:graphicFrame>
      <p:cxnSp>
        <p:nvCxnSpPr>
          <p:cNvPr id="984" name="Google Shape;984;g34d9c7f49ce_2_823"/>
          <p:cNvCxnSpPr/>
          <p:nvPr/>
        </p:nvCxnSpPr>
        <p:spPr>
          <a:xfrm>
            <a:off x="6120700" y="3440075"/>
            <a:ext cx="3855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985" name="Google Shape;985;g34d9c7f49ce_2_823"/>
          <p:cNvSpPr txBox="1"/>
          <p:nvPr/>
        </p:nvSpPr>
        <p:spPr>
          <a:xfrm>
            <a:off x="3024302" y="3002700"/>
            <a:ext cx="1076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DbSet&lt;Urun&gt;</a:t>
            </a:r>
            <a:endParaRPr b="1"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6" name="Google Shape;986;g34d9c7f49ce_2_823"/>
          <p:cNvSpPr txBox="1"/>
          <p:nvPr/>
        </p:nvSpPr>
        <p:spPr>
          <a:xfrm>
            <a:off x="3018177" y="3674350"/>
            <a:ext cx="1076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DbSet&lt;Kategori&gt;</a:t>
            </a:r>
            <a:endParaRPr b="1"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87" name="Google Shape;987;g34d9c7f49ce_2_823"/>
          <p:cNvCxnSpPr/>
          <p:nvPr/>
        </p:nvCxnSpPr>
        <p:spPr>
          <a:xfrm>
            <a:off x="6314663" y="1631775"/>
            <a:ext cx="6336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988" name="Google Shape;988;g34d9c7f49ce_2_823"/>
          <p:cNvSpPr/>
          <p:nvPr/>
        </p:nvSpPr>
        <p:spPr>
          <a:xfrm>
            <a:off x="157450" y="1299900"/>
            <a:ext cx="1284900" cy="15027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Uygulama</a:t>
            </a:r>
            <a:endParaRPr/>
          </a:p>
        </p:txBody>
      </p:sp>
      <p:sp>
        <p:nvSpPr>
          <p:cNvPr id="989" name="Google Shape;989;g34d9c7f49ce_2_823"/>
          <p:cNvSpPr txBox="1"/>
          <p:nvPr/>
        </p:nvSpPr>
        <p:spPr>
          <a:xfrm>
            <a:off x="1442350" y="1928088"/>
            <a:ext cx="16041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DbContext.Urunler.ToList()</a:t>
            </a:r>
            <a:endParaRPr b="1"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0" name="Google Shape;990;g34d9c7f49ce_2_823"/>
          <p:cNvSpPr txBox="1"/>
          <p:nvPr/>
        </p:nvSpPr>
        <p:spPr>
          <a:xfrm>
            <a:off x="6152850" y="1955225"/>
            <a:ext cx="16041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 * from Urunler</a:t>
            </a:r>
            <a:endParaRPr b="1"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91" name="Google Shape;991;g34d9c7f49ce_2_823"/>
          <p:cNvCxnSpPr/>
          <p:nvPr/>
        </p:nvCxnSpPr>
        <p:spPr>
          <a:xfrm rot="10800000">
            <a:off x="2463100" y="3440075"/>
            <a:ext cx="3855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992" name="Google Shape;992;g34d9c7f49ce_2_823"/>
          <p:cNvSpPr/>
          <p:nvPr/>
        </p:nvSpPr>
        <p:spPr>
          <a:xfrm>
            <a:off x="143854" y="3283775"/>
            <a:ext cx="1284900" cy="3126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List&lt;Urun&gt;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93" name="Google Shape;993;g34d9c7f49ce_2_823"/>
          <p:cNvCxnSpPr/>
          <p:nvPr/>
        </p:nvCxnSpPr>
        <p:spPr>
          <a:xfrm rot="10800000">
            <a:off x="2463100" y="4093025"/>
            <a:ext cx="38550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994" name="Google Shape;994;g34d9c7f49ce_2_823"/>
          <p:cNvSpPr/>
          <p:nvPr/>
        </p:nvSpPr>
        <p:spPr>
          <a:xfrm>
            <a:off x="143854" y="3936725"/>
            <a:ext cx="1284900" cy="3126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List&lt;Kategori&gt;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9" name="Shape 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g34d9c7f49ce_2_851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001" name="Google Shape;1001;g34d9c7f49ce_2_851"/>
          <p:cNvSpPr/>
          <p:nvPr/>
        </p:nvSpPr>
        <p:spPr>
          <a:xfrm>
            <a:off x="755576" y="2445540"/>
            <a:ext cx="1512300" cy="4587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ASP.NET </a:t>
            </a:r>
            <a:endParaRPr/>
          </a:p>
        </p:txBody>
      </p:sp>
      <p:sp>
        <p:nvSpPr>
          <p:cNvPr id="1002" name="Google Shape;1002;g34d9c7f49ce_2_851"/>
          <p:cNvSpPr/>
          <p:nvPr/>
        </p:nvSpPr>
        <p:spPr>
          <a:xfrm>
            <a:off x="7092280" y="1724315"/>
            <a:ext cx="1368300" cy="3435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MSSQL</a:t>
            </a:r>
            <a:endParaRPr/>
          </a:p>
        </p:txBody>
      </p:sp>
      <p:sp>
        <p:nvSpPr>
          <p:cNvPr id="1003" name="Google Shape;1003;g34d9c7f49ce_2_851"/>
          <p:cNvSpPr/>
          <p:nvPr/>
        </p:nvSpPr>
        <p:spPr>
          <a:xfrm>
            <a:off x="5724128" y="2243113"/>
            <a:ext cx="648000" cy="863400"/>
          </a:xfrm>
          <a:prstGeom prst="can">
            <a:avLst>
              <a:gd fmla="val 25000" name="adj"/>
            </a:avLst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4" name="Google Shape;1004;g34d9c7f49ce_2_851"/>
          <p:cNvSpPr/>
          <p:nvPr/>
        </p:nvSpPr>
        <p:spPr>
          <a:xfrm>
            <a:off x="7092280" y="2228371"/>
            <a:ext cx="1368300" cy="3435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MYSQL</a:t>
            </a:r>
            <a:endParaRPr/>
          </a:p>
        </p:txBody>
      </p:sp>
      <p:sp>
        <p:nvSpPr>
          <p:cNvPr id="1005" name="Google Shape;1005;g34d9c7f49ce_2_851"/>
          <p:cNvSpPr/>
          <p:nvPr/>
        </p:nvSpPr>
        <p:spPr>
          <a:xfrm>
            <a:off x="7088725" y="2732428"/>
            <a:ext cx="1368300" cy="3435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Oracle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6" name="Google Shape;1006;g34d9c7f49ce_2_851"/>
          <p:cNvSpPr/>
          <p:nvPr/>
        </p:nvSpPr>
        <p:spPr>
          <a:xfrm>
            <a:off x="7088725" y="3236484"/>
            <a:ext cx="1368300" cy="3435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SQLite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7" name="Google Shape;1007;g34d9c7f49ce_2_851"/>
          <p:cNvSpPr/>
          <p:nvPr/>
        </p:nvSpPr>
        <p:spPr>
          <a:xfrm>
            <a:off x="2768245" y="2445540"/>
            <a:ext cx="1512300" cy="4587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Entity Framework</a:t>
            </a:r>
            <a:endParaRPr/>
          </a:p>
        </p:txBody>
      </p:sp>
      <p:sp>
        <p:nvSpPr>
          <p:cNvPr id="1008" name="Google Shape;1008;g34d9c7f49ce_2_851"/>
          <p:cNvSpPr/>
          <p:nvPr/>
        </p:nvSpPr>
        <p:spPr>
          <a:xfrm>
            <a:off x="2464358" y="2633173"/>
            <a:ext cx="168600" cy="165300"/>
          </a:xfrm>
          <a:prstGeom prst="mathPlus">
            <a:avLst>
              <a:gd fmla="val 5974" name="adj1"/>
            </a:avLst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09" name="Google Shape;1009;g34d9c7f49ce_2_851"/>
          <p:cNvCxnSpPr/>
          <p:nvPr/>
        </p:nvCxnSpPr>
        <p:spPr>
          <a:xfrm>
            <a:off x="4499992" y="2715766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1010" name="Google Shape;1010;g34d9c7f49ce_2_851"/>
          <p:cNvSpPr txBox="1"/>
          <p:nvPr/>
        </p:nvSpPr>
        <p:spPr>
          <a:xfrm>
            <a:off x="7" y="-25375"/>
            <a:ext cx="4603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Entity Framework Nedir?</a:t>
            </a:r>
            <a:endParaRPr sz="7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5" name="Shape 10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" name="Google Shape;1016;g34d9c7f49ce_2_866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017" name="Google Shape;1017;g34d9c7f49ce_2_866"/>
          <p:cNvSpPr txBox="1"/>
          <p:nvPr/>
        </p:nvSpPr>
        <p:spPr>
          <a:xfrm>
            <a:off x="935532" y="2186850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Entity Sınıfı</a:t>
            </a:r>
            <a:endParaRPr sz="150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2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g34d9c7f49ce_2_872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024" name="Google Shape;1024;g34d9c7f49ce_2_872"/>
          <p:cNvSpPr/>
          <p:nvPr/>
        </p:nvSpPr>
        <p:spPr>
          <a:xfrm>
            <a:off x="5731673" y="1222559"/>
            <a:ext cx="648000" cy="863400"/>
          </a:xfrm>
          <a:prstGeom prst="can">
            <a:avLst>
              <a:gd fmla="val 25000" name="adj"/>
            </a:avLst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5" name="Google Shape;1025;g34d9c7f49ce_2_872"/>
          <p:cNvSpPr/>
          <p:nvPr/>
        </p:nvSpPr>
        <p:spPr>
          <a:xfrm>
            <a:off x="1259632" y="1456827"/>
            <a:ext cx="1512300" cy="3948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Entity: Urun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6" name="Google Shape;1026;g34d9c7f49ce_2_872"/>
          <p:cNvSpPr/>
          <p:nvPr/>
        </p:nvSpPr>
        <p:spPr>
          <a:xfrm>
            <a:off x="1259632" y="2342460"/>
            <a:ext cx="1512300" cy="3948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Urun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7" name="Google Shape;1027;g34d9c7f49ce_2_872"/>
          <p:cNvSpPr/>
          <p:nvPr/>
        </p:nvSpPr>
        <p:spPr>
          <a:xfrm>
            <a:off x="1259632" y="2833249"/>
            <a:ext cx="1512300" cy="3948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Urun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8" name="Google Shape;1028;g34d9c7f49ce_2_872"/>
          <p:cNvSpPr/>
          <p:nvPr/>
        </p:nvSpPr>
        <p:spPr>
          <a:xfrm>
            <a:off x="1259632" y="3324045"/>
            <a:ext cx="1512300" cy="3948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Urun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29" name="Google Shape;1029;g34d9c7f49ce_2_872"/>
          <p:cNvGraphicFramePr/>
          <p:nvPr/>
        </p:nvGraphicFramePr>
        <p:xfrm>
          <a:off x="4947824" y="2344871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{82A94104-4315-4055-9CD6-DEB7BFCC549C}</a:tableStyleId>
              </a:tblPr>
              <a:tblGrid>
                <a:gridCol w="783850"/>
                <a:gridCol w="783850"/>
                <a:gridCol w="783850"/>
              </a:tblGrid>
              <a:tr h="231725">
                <a:tc gridSpan="3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Urunler</a:t>
                      </a:r>
                      <a:endParaRPr sz="1200"/>
                    </a:p>
                  </a:txBody>
                  <a:tcPr marT="45725" marB="45725" marR="45725" marL="45725">
                    <a:solidFill>
                      <a:schemeClr val="accent6"/>
                    </a:solidFill>
                  </a:tcPr>
                </a:tc>
                <a:tc hMerge="1"/>
                <a:tc hMerge="1"/>
              </a:tr>
              <a:tr h="190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Id</a:t>
                      </a:r>
                      <a:endParaRPr sz="1200"/>
                    </a:p>
                  </a:txBody>
                  <a:tcPr marT="45725" marB="45725" marR="45725" marL="4572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Ad</a:t>
                      </a:r>
                      <a:endParaRPr/>
                    </a:p>
                  </a:txBody>
                  <a:tcPr marT="45725" marB="45725" marR="45725" marL="4572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Fiyat</a:t>
                      </a:r>
                      <a:endParaRPr/>
                    </a:p>
                  </a:txBody>
                  <a:tcPr marT="45725" marB="45725" marR="45725" marL="45725">
                    <a:solidFill>
                      <a:schemeClr val="accent6"/>
                    </a:solidFill>
                  </a:tcPr>
                </a:tc>
              </a:tr>
              <a:tr h="257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1</a:t>
                      </a:r>
                      <a:endParaRPr/>
                    </a:p>
                  </a:txBody>
                  <a:tcPr marT="45725" marB="45725" marR="45725" marL="457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Iphone 14</a:t>
                      </a:r>
                      <a:endParaRPr/>
                    </a:p>
                  </a:txBody>
                  <a:tcPr marT="45725" marB="45725" marR="45725" marL="457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50.000</a:t>
                      </a:r>
                      <a:endParaRPr/>
                    </a:p>
                  </a:txBody>
                  <a:tcPr marT="45725" marB="45725" marR="45725" marL="45725"/>
                </a:tc>
              </a:tr>
              <a:tr h="2161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2</a:t>
                      </a:r>
                      <a:endParaRPr/>
                    </a:p>
                  </a:txBody>
                  <a:tcPr marT="45725" marB="45725" marR="45725" marL="457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Iphone 15</a:t>
                      </a:r>
                      <a:endParaRPr/>
                    </a:p>
                  </a:txBody>
                  <a:tcPr marT="45725" marB="45725" marR="45725" marL="457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60.000</a:t>
                      </a:r>
                      <a:endParaRPr/>
                    </a:p>
                  </a:txBody>
                  <a:tcPr marT="45725" marB="45725" marR="45725" marL="45725"/>
                </a:tc>
              </a:tr>
              <a:tr h="2161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3</a:t>
                      </a:r>
                      <a:endParaRPr sz="1200"/>
                    </a:p>
                  </a:txBody>
                  <a:tcPr marT="45725" marB="45725" marR="45725" marL="457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IPhone 16</a:t>
                      </a:r>
                      <a:endParaRPr sz="1200"/>
                    </a:p>
                  </a:txBody>
                  <a:tcPr marT="45725" marB="45725" marR="45725" marL="457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70.000</a:t>
                      </a:r>
                      <a:endParaRPr sz="1200"/>
                    </a:p>
                  </a:txBody>
                  <a:tcPr marT="45725" marB="45725" marR="45725" marL="45725"/>
                </a:tc>
              </a:tr>
            </a:tbl>
          </a:graphicData>
        </a:graphic>
      </p:graphicFrame>
      <p:sp>
        <p:nvSpPr>
          <p:cNvPr id="1030" name="Google Shape;1030;g34d9c7f49ce_2_872"/>
          <p:cNvSpPr txBox="1"/>
          <p:nvPr/>
        </p:nvSpPr>
        <p:spPr>
          <a:xfrm>
            <a:off x="7" y="-25375"/>
            <a:ext cx="4603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Entity Sınıfı</a:t>
            </a:r>
            <a:endParaRPr sz="700"/>
          </a:p>
        </p:txBody>
      </p:sp>
      <p:cxnSp>
        <p:nvCxnSpPr>
          <p:cNvPr id="1031" name="Google Shape;1031;g34d9c7f49ce_2_872"/>
          <p:cNvCxnSpPr/>
          <p:nvPr/>
        </p:nvCxnSpPr>
        <p:spPr>
          <a:xfrm>
            <a:off x="2015725" y="1946001"/>
            <a:ext cx="0" cy="30210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cxnSp>
        <p:nvCxnSpPr>
          <p:cNvPr id="1032" name="Google Shape;1032;g34d9c7f49ce_2_872"/>
          <p:cNvCxnSpPr/>
          <p:nvPr/>
        </p:nvCxnSpPr>
        <p:spPr>
          <a:xfrm>
            <a:off x="3184124" y="2531151"/>
            <a:ext cx="1695900" cy="4665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cxnSp>
        <p:nvCxnSpPr>
          <p:cNvPr id="1033" name="Google Shape;1033;g34d9c7f49ce_2_872"/>
          <p:cNvCxnSpPr/>
          <p:nvPr/>
        </p:nvCxnSpPr>
        <p:spPr>
          <a:xfrm>
            <a:off x="3184124" y="2997650"/>
            <a:ext cx="1684500" cy="3162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cxnSp>
        <p:nvCxnSpPr>
          <p:cNvPr id="1034" name="Google Shape;1034;g34d9c7f49ce_2_872"/>
          <p:cNvCxnSpPr/>
          <p:nvPr/>
        </p:nvCxnSpPr>
        <p:spPr>
          <a:xfrm>
            <a:off x="3189824" y="3511300"/>
            <a:ext cx="1667400" cy="5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9" name="Shape 1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Google Shape;1040;g34d9c7f49ce_2_888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041" name="Google Shape;1041;g34d9c7f49ce_2_888"/>
          <p:cNvSpPr/>
          <p:nvPr/>
        </p:nvSpPr>
        <p:spPr>
          <a:xfrm>
            <a:off x="1259632" y="1456827"/>
            <a:ext cx="1512300" cy="3948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Entity: Urun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42" name="Google Shape;1042;g34d9c7f49ce_2_888"/>
          <p:cNvGraphicFramePr/>
          <p:nvPr/>
        </p:nvGraphicFramePr>
        <p:xfrm>
          <a:off x="4947824" y="1953521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{82A94104-4315-4055-9CD6-DEB7BFCC549C}</a:tableStyleId>
              </a:tblPr>
              <a:tblGrid>
                <a:gridCol w="783850"/>
                <a:gridCol w="783850"/>
                <a:gridCol w="783850"/>
              </a:tblGrid>
              <a:tr h="231725">
                <a:tc gridSpan="3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Urunler</a:t>
                      </a:r>
                      <a:endParaRPr sz="1200"/>
                    </a:p>
                  </a:txBody>
                  <a:tcPr marT="45725" marB="45725" marR="45725" marL="45725">
                    <a:solidFill>
                      <a:schemeClr val="accent6"/>
                    </a:solidFill>
                  </a:tcPr>
                </a:tc>
                <a:tc hMerge="1"/>
                <a:tc hMerge="1"/>
              </a:tr>
              <a:tr h="190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Id</a:t>
                      </a:r>
                      <a:endParaRPr sz="1200"/>
                    </a:p>
                  </a:txBody>
                  <a:tcPr marT="45725" marB="45725" marR="45725" marL="4572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Ad</a:t>
                      </a:r>
                      <a:endParaRPr/>
                    </a:p>
                  </a:txBody>
                  <a:tcPr marT="45725" marB="45725" marR="45725" marL="4572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Fiyat</a:t>
                      </a:r>
                      <a:endParaRPr/>
                    </a:p>
                  </a:txBody>
                  <a:tcPr marT="45725" marB="45725" marR="45725" marL="45725">
                    <a:solidFill>
                      <a:schemeClr val="accent6"/>
                    </a:solidFill>
                  </a:tcPr>
                </a:tc>
              </a:tr>
              <a:tr h="257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1</a:t>
                      </a:r>
                      <a:endParaRPr/>
                    </a:p>
                  </a:txBody>
                  <a:tcPr marT="45725" marB="45725" marR="45725" marL="457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Iphone 14</a:t>
                      </a:r>
                      <a:endParaRPr/>
                    </a:p>
                  </a:txBody>
                  <a:tcPr marT="45725" marB="45725" marR="45725" marL="457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50.000</a:t>
                      </a:r>
                      <a:endParaRPr/>
                    </a:p>
                  </a:txBody>
                  <a:tcPr marT="45725" marB="45725" marR="45725" marL="45725"/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2</a:t>
                      </a:r>
                      <a:endParaRPr/>
                    </a:p>
                  </a:txBody>
                  <a:tcPr marT="45725" marB="45725" marR="45725" marL="457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Iphone 15</a:t>
                      </a:r>
                      <a:endParaRPr/>
                    </a:p>
                  </a:txBody>
                  <a:tcPr marT="45725" marB="45725" marR="45725" marL="457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60.000</a:t>
                      </a:r>
                      <a:endParaRPr/>
                    </a:p>
                  </a:txBody>
                  <a:tcPr marT="45725" marB="45725" marR="45725" marL="45725"/>
                </a:tc>
              </a:tr>
              <a:tr h="2161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3</a:t>
                      </a:r>
                      <a:endParaRPr sz="1200"/>
                    </a:p>
                  </a:txBody>
                  <a:tcPr marT="45725" marB="45725" marR="45725" marL="457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IPhone 16</a:t>
                      </a:r>
                      <a:endParaRPr sz="1200"/>
                    </a:p>
                  </a:txBody>
                  <a:tcPr marT="45725" marB="45725" marR="45725" marL="457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200"/>
                        <a:t>70.000</a:t>
                      </a:r>
                      <a:endParaRPr sz="1200"/>
                    </a:p>
                  </a:txBody>
                  <a:tcPr marT="45725" marB="45725" marR="45725" marL="45725"/>
                </a:tc>
              </a:tr>
            </a:tbl>
          </a:graphicData>
        </a:graphic>
      </p:graphicFrame>
      <p:sp>
        <p:nvSpPr>
          <p:cNvPr id="1043" name="Google Shape;1043;g34d9c7f49ce_2_888"/>
          <p:cNvSpPr txBox="1"/>
          <p:nvPr/>
        </p:nvSpPr>
        <p:spPr>
          <a:xfrm>
            <a:off x="7" y="-25375"/>
            <a:ext cx="4603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Entity Sınıfı</a:t>
            </a:r>
            <a:endParaRPr sz="700"/>
          </a:p>
        </p:txBody>
      </p:sp>
      <p:sp>
        <p:nvSpPr>
          <p:cNvPr id="1044" name="Google Shape;1044;g34d9c7f49ce_2_888"/>
          <p:cNvSpPr txBox="1"/>
          <p:nvPr/>
        </p:nvSpPr>
        <p:spPr>
          <a:xfrm>
            <a:off x="1158028" y="2164300"/>
            <a:ext cx="26832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class Urun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{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public int Id { get; set; }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public int Ad { get; set; }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public int Fiyat { get; set; }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}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9" name="Shape 10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Google Shape;1050;g34d9c7f49ce_2_897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051" name="Google Shape;1051;g34d9c7f49ce_2_897"/>
          <p:cNvSpPr txBox="1"/>
          <p:nvPr/>
        </p:nvSpPr>
        <p:spPr>
          <a:xfrm>
            <a:off x="935532" y="2186850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DbContext Sınıfı</a:t>
            </a:r>
            <a:endParaRPr sz="150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6" name="Shape 1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Google Shape;1057;g34d9c7f49ce_2_903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058" name="Google Shape;1058;g34d9c7f49ce_2_903"/>
          <p:cNvSpPr txBox="1"/>
          <p:nvPr/>
        </p:nvSpPr>
        <p:spPr>
          <a:xfrm>
            <a:off x="7" y="-25375"/>
            <a:ext cx="4603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DbContext Sınıfı</a:t>
            </a:r>
            <a:endParaRPr sz="700"/>
          </a:p>
        </p:txBody>
      </p:sp>
      <p:sp>
        <p:nvSpPr>
          <p:cNvPr id="1059" name="Google Shape;1059;g34d9c7f49ce_2_903"/>
          <p:cNvSpPr/>
          <p:nvPr/>
        </p:nvSpPr>
        <p:spPr>
          <a:xfrm>
            <a:off x="3334425" y="722550"/>
            <a:ext cx="3024300" cy="18831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0" name="Google Shape;1060;g34d9c7f49ce_2_903"/>
          <p:cNvSpPr txBox="1"/>
          <p:nvPr/>
        </p:nvSpPr>
        <p:spPr>
          <a:xfrm>
            <a:off x="4322076" y="321463"/>
            <a:ext cx="9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DbContext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1" name="Google Shape;1061;g34d9c7f49ce_2_903"/>
          <p:cNvSpPr/>
          <p:nvPr/>
        </p:nvSpPr>
        <p:spPr>
          <a:xfrm>
            <a:off x="3439554" y="867054"/>
            <a:ext cx="2808300" cy="3126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Connection</a:t>
            </a:r>
            <a:endParaRPr/>
          </a:p>
        </p:txBody>
      </p:sp>
      <p:sp>
        <p:nvSpPr>
          <p:cNvPr id="1062" name="Google Shape;1062;g34d9c7f49ce_2_903"/>
          <p:cNvSpPr/>
          <p:nvPr/>
        </p:nvSpPr>
        <p:spPr>
          <a:xfrm>
            <a:off x="3439554" y="1320950"/>
            <a:ext cx="2808300" cy="3126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Command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3" name="Google Shape;1063;g34d9c7f49ce_2_903"/>
          <p:cNvSpPr/>
          <p:nvPr/>
        </p:nvSpPr>
        <p:spPr>
          <a:xfrm>
            <a:off x="3439554" y="2155857"/>
            <a:ext cx="2808300" cy="3126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DbSets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" name="Google Shape;1064;g34d9c7f49ce_2_903"/>
          <p:cNvSpPr/>
          <p:nvPr/>
        </p:nvSpPr>
        <p:spPr>
          <a:xfrm>
            <a:off x="3439382" y="3164255"/>
            <a:ext cx="2808300" cy="3126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Urunler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5" name="Google Shape;1065;g34d9c7f49ce_2_903"/>
          <p:cNvSpPr/>
          <p:nvPr/>
        </p:nvSpPr>
        <p:spPr>
          <a:xfrm>
            <a:off x="3433282" y="3817188"/>
            <a:ext cx="2808300" cy="3126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Kategoriler</a:t>
            </a:r>
            <a:endParaRPr/>
          </a:p>
        </p:txBody>
      </p:sp>
      <p:cxnSp>
        <p:nvCxnSpPr>
          <p:cNvPr id="1066" name="Google Shape;1066;g34d9c7f49ce_2_903"/>
          <p:cNvCxnSpPr/>
          <p:nvPr/>
        </p:nvCxnSpPr>
        <p:spPr>
          <a:xfrm flipH="1">
            <a:off x="4843275" y="2529450"/>
            <a:ext cx="3300" cy="48060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cxnSp>
      <p:sp>
        <p:nvSpPr>
          <p:cNvPr id="1067" name="Google Shape;1067;g34d9c7f49ce_2_903"/>
          <p:cNvSpPr txBox="1"/>
          <p:nvPr/>
        </p:nvSpPr>
        <p:spPr>
          <a:xfrm>
            <a:off x="3331402" y="2883175"/>
            <a:ext cx="1076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DbSet&lt;Urun&gt;</a:t>
            </a:r>
            <a:endParaRPr b="1"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8" name="Google Shape;1068;g34d9c7f49ce_2_903"/>
          <p:cNvSpPr txBox="1"/>
          <p:nvPr/>
        </p:nvSpPr>
        <p:spPr>
          <a:xfrm>
            <a:off x="3325277" y="3554825"/>
            <a:ext cx="1076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DbSet&lt;Kategori&gt;</a:t>
            </a:r>
            <a:endParaRPr b="1"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9" name="Google Shape;1069;g34d9c7f49ce_2_903"/>
          <p:cNvSpPr/>
          <p:nvPr/>
        </p:nvSpPr>
        <p:spPr>
          <a:xfrm>
            <a:off x="1055753" y="3164250"/>
            <a:ext cx="1665000" cy="312600"/>
          </a:xfrm>
          <a:prstGeom prst="rect">
            <a:avLst/>
          </a:prstGeom>
          <a:solidFill>
            <a:schemeClr val="lt2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Entity: Urun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0" name="Google Shape;1070;g34d9c7f49ce_2_903"/>
          <p:cNvSpPr/>
          <p:nvPr/>
        </p:nvSpPr>
        <p:spPr>
          <a:xfrm>
            <a:off x="1055753" y="3817200"/>
            <a:ext cx="1665000" cy="312600"/>
          </a:xfrm>
          <a:prstGeom prst="rect">
            <a:avLst/>
          </a:prstGeom>
          <a:solidFill>
            <a:schemeClr val="lt2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Entity: Kategori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71" name="Google Shape;1071;g34d9c7f49ce_2_903"/>
          <p:cNvCxnSpPr/>
          <p:nvPr/>
        </p:nvCxnSpPr>
        <p:spPr>
          <a:xfrm>
            <a:off x="2929605" y="3320541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cxnSp>
        <p:nvCxnSpPr>
          <p:cNvPr id="1072" name="Google Shape;1072;g34d9c7f49ce_2_903"/>
          <p:cNvCxnSpPr/>
          <p:nvPr/>
        </p:nvCxnSpPr>
        <p:spPr>
          <a:xfrm>
            <a:off x="2926567" y="3973491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1073" name="Google Shape;1073;g34d9c7f49ce_2_903"/>
          <p:cNvSpPr txBox="1"/>
          <p:nvPr/>
        </p:nvSpPr>
        <p:spPr>
          <a:xfrm>
            <a:off x="6782024" y="884900"/>
            <a:ext cx="1665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Connection String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74" name="Google Shape;1074;g34d9c7f49ce_2_903"/>
          <p:cNvCxnSpPr/>
          <p:nvPr/>
        </p:nvCxnSpPr>
        <p:spPr>
          <a:xfrm>
            <a:off x="6481117" y="1023341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9" name="Shape 1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Google Shape;1080;g34d9c7f49ce_2_925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081" name="Google Shape;1081;g34d9c7f49ce_2_925"/>
          <p:cNvSpPr txBox="1"/>
          <p:nvPr/>
        </p:nvSpPr>
        <p:spPr>
          <a:xfrm>
            <a:off x="935532" y="2186850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Connection String</a:t>
            </a:r>
            <a:endParaRPr sz="150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6" name="Shape 10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Google Shape;1087;g34d9c7f49ce_2_931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088" name="Google Shape;1088;g34d9c7f49ce_2_931"/>
          <p:cNvSpPr txBox="1"/>
          <p:nvPr/>
        </p:nvSpPr>
        <p:spPr>
          <a:xfrm>
            <a:off x="935532" y="2186850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Migrations</a:t>
            </a:r>
            <a:endParaRPr sz="150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3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g34d9c7f49ce_2_937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095" name="Google Shape;1095;g34d9c7f49ce_2_937"/>
          <p:cNvSpPr/>
          <p:nvPr/>
        </p:nvSpPr>
        <p:spPr>
          <a:xfrm>
            <a:off x="2049252" y="1596516"/>
            <a:ext cx="1512300" cy="3948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Migration 1</a:t>
            </a:r>
            <a:endParaRPr/>
          </a:p>
        </p:txBody>
      </p:sp>
      <p:sp>
        <p:nvSpPr>
          <p:cNvPr id="1096" name="Google Shape;1096;g34d9c7f49ce_2_937"/>
          <p:cNvSpPr/>
          <p:nvPr/>
        </p:nvSpPr>
        <p:spPr>
          <a:xfrm>
            <a:off x="2049252" y="2139978"/>
            <a:ext cx="1512300" cy="3948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Migration 2</a:t>
            </a:r>
            <a:endParaRPr/>
          </a:p>
        </p:txBody>
      </p:sp>
      <p:sp>
        <p:nvSpPr>
          <p:cNvPr id="1097" name="Google Shape;1097;g34d9c7f49ce_2_937"/>
          <p:cNvSpPr/>
          <p:nvPr/>
        </p:nvSpPr>
        <p:spPr>
          <a:xfrm>
            <a:off x="2049252" y="2683440"/>
            <a:ext cx="1512300" cy="3948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Migration 3</a:t>
            </a:r>
            <a:endParaRPr/>
          </a:p>
        </p:txBody>
      </p:sp>
      <p:sp>
        <p:nvSpPr>
          <p:cNvPr id="1098" name="Google Shape;1098;g34d9c7f49ce_2_937"/>
          <p:cNvSpPr/>
          <p:nvPr/>
        </p:nvSpPr>
        <p:spPr>
          <a:xfrm>
            <a:off x="681100" y="1595218"/>
            <a:ext cx="1115700" cy="14832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Proje</a:t>
            </a:r>
            <a:endParaRPr/>
          </a:p>
        </p:txBody>
      </p:sp>
      <p:sp>
        <p:nvSpPr>
          <p:cNvPr id="1099" name="Google Shape;1099;g34d9c7f49ce_2_937"/>
          <p:cNvSpPr txBox="1"/>
          <p:nvPr/>
        </p:nvSpPr>
        <p:spPr>
          <a:xfrm>
            <a:off x="3704526" y="1655438"/>
            <a:ext cx="1316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Database creation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0" name="Google Shape;1100;g34d9c7f49ce_2_937"/>
          <p:cNvSpPr txBox="1"/>
          <p:nvPr/>
        </p:nvSpPr>
        <p:spPr>
          <a:xfrm>
            <a:off x="3705436" y="2173959"/>
            <a:ext cx="935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Add column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1" name="Google Shape;1101;g34d9c7f49ce_2_937"/>
          <p:cNvSpPr txBox="1"/>
          <p:nvPr/>
        </p:nvSpPr>
        <p:spPr>
          <a:xfrm>
            <a:off x="3705435" y="2779568"/>
            <a:ext cx="7995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Add Table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2" name="Google Shape;1102;g34d9c7f49ce_2_937"/>
          <p:cNvSpPr/>
          <p:nvPr/>
        </p:nvSpPr>
        <p:spPr>
          <a:xfrm rot="10800000">
            <a:off x="5433735" y="1432098"/>
            <a:ext cx="240300" cy="1809300"/>
          </a:xfrm>
          <a:prstGeom prst="leftBrace">
            <a:avLst>
              <a:gd fmla="val 39794" name="adj1"/>
              <a:gd fmla="val 50000" name="adj2"/>
            </a:avLst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3" name="Google Shape;1103;g34d9c7f49ce_2_937"/>
          <p:cNvSpPr/>
          <p:nvPr/>
        </p:nvSpPr>
        <p:spPr>
          <a:xfrm>
            <a:off x="6188800" y="1916139"/>
            <a:ext cx="648000" cy="863400"/>
          </a:xfrm>
          <a:prstGeom prst="can">
            <a:avLst>
              <a:gd fmla="val 25000" name="adj"/>
            </a:avLst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04" name="Google Shape;1104;g34d9c7f49ce_2_937"/>
          <p:cNvCxnSpPr/>
          <p:nvPr/>
        </p:nvCxnSpPr>
        <p:spPr>
          <a:xfrm>
            <a:off x="2828085" y="971690"/>
            <a:ext cx="0" cy="30990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1105" name="Google Shape;1105;g34d9c7f49ce_2_937"/>
          <p:cNvSpPr txBox="1"/>
          <p:nvPr/>
        </p:nvSpPr>
        <p:spPr>
          <a:xfrm>
            <a:off x="2367908" y="554268"/>
            <a:ext cx="874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 Scripts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6" name="Google Shape;1106;g34d9c7f49ce_2_937"/>
          <p:cNvSpPr txBox="1"/>
          <p:nvPr/>
        </p:nvSpPr>
        <p:spPr>
          <a:xfrm>
            <a:off x="4875463" y="554268"/>
            <a:ext cx="12603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Database Update</a:t>
            </a:r>
            <a:endParaRPr/>
          </a:p>
        </p:txBody>
      </p:sp>
      <p:cxnSp>
        <p:nvCxnSpPr>
          <p:cNvPr id="1107" name="Google Shape;1107;g34d9c7f49ce_2_937"/>
          <p:cNvCxnSpPr/>
          <p:nvPr/>
        </p:nvCxnSpPr>
        <p:spPr>
          <a:xfrm>
            <a:off x="5505635" y="987850"/>
            <a:ext cx="0" cy="30990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1108" name="Google Shape;1108;g34d9c7f49ce_2_937"/>
          <p:cNvSpPr/>
          <p:nvPr/>
        </p:nvSpPr>
        <p:spPr>
          <a:xfrm>
            <a:off x="7452320" y="1596516"/>
            <a:ext cx="1512300" cy="3948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Migration 1</a:t>
            </a:r>
            <a:endParaRPr/>
          </a:p>
        </p:txBody>
      </p:sp>
      <p:sp>
        <p:nvSpPr>
          <p:cNvPr id="1109" name="Google Shape;1109;g34d9c7f49ce_2_937"/>
          <p:cNvSpPr/>
          <p:nvPr/>
        </p:nvSpPr>
        <p:spPr>
          <a:xfrm>
            <a:off x="7452320" y="2139978"/>
            <a:ext cx="1512300" cy="3948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Migration 2</a:t>
            </a:r>
            <a:endParaRPr/>
          </a:p>
        </p:txBody>
      </p:sp>
      <p:sp>
        <p:nvSpPr>
          <p:cNvPr id="1110" name="Google Shape;1110;g34d9c7f49ce_2_937"/>
          <p:cNvSpPr/>
          <p:nvPr/>
        </p:nvSpPr>
        <p:spPr>
          <a:xfrm>
            <a:off x="7452320" y="2683440"/>
            <a:ext cx="1512300" cy="3948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Migration 3</a:t>
            </a:r>
            <a:endParaRPr/>
          </a:p>
        </p:txBody>
      </p:sp>
      <p:sp>
        <p:nvSpPr>
          <p:cNvPr id="1111" name="Google Shape;1111;g34d9c7f49ce_2_937"/>
          <p:cNvSpPr txBox="1"/>
          <p:nvPr/>
        </p:nvSpPr>
        <p:spPr>
          <a:xfrm>
            <a:off x="7" y="-25375"/>
            <a:ext cx="4603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Migrations</a:t>
            </a:r>
            <a:endParaRPr sz="700"/>
          </a:p>
        </p:txBody>
      </p:sp>
      <p:pic>
        <p:nvPicPr>
          <p:cNvPr id="1112" name="Google Shape;1112;g34d9c7f49ce_2_9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2350" y="1193774"/>
            <a:ext cx="461658" cy="4616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3" name="Google Shape;1113;g34d9c7f49ce_2_9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2350" y="3040249"/>
            <a:ext cx="461658" cy="461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8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g34d9c7f49ce_2_961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120" name="Google Shape;1120;g34d9c7f49ce_2_961"/>
          <p:cNvSpPr txBox="1"/>
          <p:nvPr/>
        </p:nvSpPr>
        <p:spPr>
          <a:xfrm>
            <a:off x="935532" y="2186850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Kategori Entity</a:t>
            </a:r>
            <a:endParaRPr sz="150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5" name="Shape 1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Google Shape;1126;g34d9c7f49ce_2_967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graphicFrame>
        <p:nvGraphicFramePr>
          <p:cNvPr id="1127" name="Google Shape;1127;g34d9c7f49ce_2_967"/>
          <p:cNvGraphicFramePr/>
          <p:nvPr/>
        </p:nvGraphicFramePr>
        <p:xfrm>
          <a:off x="5926656" y="110911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{5E228032-893A-4CB6-8A92-B825CBA227A9}</a:tableStyleId>
              </a:tblPr>
              <a:tblGrid>
                <a:gridCol w="684500"/>
                <a:gridCol w="1790050"/>
              </a:tblGrid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id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KategoriAdi</a:t>
                      </a:r>
                      <a:endParaRPr sz="1400"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Telefon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Saat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3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Elektronik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128" name="Google Shape;1128;g34d9c7f49ce_2_967"/>
          <p:cNvSpPr txBox="1"/>
          <p:nvPr/>
        </p:nvSpPr>
        <p:spPr>
          <a:xfrm>
            <a:off x="738857" y="708000"/>
            <a:ext cx="460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Urun</a:t>
            </a:r>
            <a:endParaRPr sz="1000"/>
          </a:p>
        </p:txBody>
      </p:sp>
      <p:sp>
        <p:nvSpPr>
          <p:cNvPr id="1129" name="Google Shape;1129;g34d9c7f49ce_2_967"/>
          <p:cNvSpPr txBox="1"/>
          <p:nvPr/>
        </p:nvSpPr>
        <p:spPr>
          <a:xfrm>
            <a:off x="5813782" y="708000"/>
            <a:ext cx="460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Kategori</a:t>
            </a:r>
            <a:endParaRPr sz="1000"/>
          </a:p>
        </p:txBody>
      </p:sp>
      <p:sp>
        <p:nvSpPr>
          <p:cNvPr id="1130" name="Google Shape;1130;g34d9c7f49ce_2_967"/>
          <p:cNvSpPr txBox="1"/>
          <p:nvPr/>
        </p:nvSpPr>
        <p:spPr>
          <a:xfrm>
            <a:off x="7" y="0"/>
            <a:ext cx="4603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Kategori Entity</a:t>
            </a:r>
            <a:endParaRPr sz="800"/>
          </a:p>
        </p:txBody>
      </p:sp>
      <p:graphicFrame>
        <p:nvGraphicFramePr>
          <p:cNvPr id="1131" name="Google Shape;1131;g34d9c7f49ce_2_967"/>
          <p:cNvGraphicFramePr/>
          <p:nvPr/>
        </p:nvGraphicFramePr>
        <p:xfrm>
          <a:off x="840460" y="110911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{5E228032-893A-4CB6-8A92-B825CBA227A9}</a:tableStyleId>
              </a:tblPr>
              <a:tblGrid>
                <a:gridCol w="382325"/>
                <a:gridCol w="1964900"/>
                <a:gridCol w="1178350"/>
              </a:tblGrid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 u="none" cap="none" strike="noStrike"/>
                        <a:t>id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UrunAdi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Fiyat</a:t>
                      </a:r>
                      <a:endParaRPr sz="1400"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IPhone 16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70000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IPhone 17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80000</a:t>
                      </a:r>
                      <a:endParaRPr sz="1400"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3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5882"/>
                        </a:lnSpc>
                        <a:spcBef>
                          <a:spcPts val="1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Samsung Galaxy Watch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40000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6" name="Shape 1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Google Shape;1137;g34d9c7f49ce_2_977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graphicFrame>
        <p:nvGraphicFramePr>
          <p:cNvPr id="1138" name="Google Shape;1138;g34d9c7f49ce_2_977"/>
          <p:cNvGraphicFramePr/>
          <p:nvPr/>
        </p:nvGraphicFramePr>
        <p:xfrm>
          <a:off x="5926656" y="110911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{5E228032-893A-4CB6-8A92-B825CBA227A9}</a:tableStyleId>
              </a:tblPr>
              <a:tblGrid>
                <a:gridCol w="684500"/>
                <a:gridCol w="1790050"/>
              </a:tblGrid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id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KategoriAdi</a:t>
                      </a:r>
                      <a:endParaRPr sz="1400"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Telefon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Saat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3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Elektronik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139" name="Google Shape;1139;g34d9c7f49ce_2_977"/>
          <p:cNvSpPr txBox="1"/>
          <p:nvPr/>
        </p:nvSpPr>
        <p:spPr>
          <a:xfrm>
            <a:off x="738857" y="708000"/>
            <a:ext cx="460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Urun</a:t>
            </a:r>
            <a:endParaRPr sz="1000"/>
          </a:p>
        </p:txBody>
      </p:sp>
      <p:sp>
        <p:nvSpPr>
          <p:cNvPr id="1140" name="Google Shape;1140;g34d9c7f49ce_2_977"/>
          <p:cNvSpPr txBox="1"/>
          <p:nvPr/>
        </p:nvSpPr>
        <p:spPr>
          <a:xfrm>
            <a:off x="5813782" y="708000"/>
            <a:ext cx="460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Kategori</a:t>
            </a:r>
            <a:endParaRPr sz="1000"/>
          </a:p>
        </p:txBody>
      </p:sp>
      <p:graphicFrame>
        <p:nvGraphicFramePr>
          <p:cNvPr id="1141" name="Google Shape;1141;g34d9c7f49ce_2_977"/>
          <p:cNvGraphicFramePr/>
          <p:nvPr/>
        </p:nvGraphicFramePr>
        <p:xfrm>
          <a:off x="840460" y="110911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{5E228032-893A-4CB6-8A92-B825CBA227A9}</a:tableStyleId>
              </a:tblPr>
              <a:tblGrid>
                <a:gridCol w="382325"/>
                <a:gridCol w="1964900"/>
                <a:gridCol w="1178350"/>
                <a:gridCol w="976025"/>
              </a:tblGrid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 u="none" cap="none" strike="noStrike"/>
                        <a:t>id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UrunAdi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Fiyat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KategoriId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IPhone 16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70000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IPhone 17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80000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1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3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5882"/>
                        </a:lnSpc>
                        <a:spcBef>
                          <a:spcPts val="1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Samsung Galaxy Watch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40000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142" name="Google Shape;1142;g34d9c7f49ce_2_977"/>
          <p:cNvSpPr txBox="1"/>
          <p:nvPr/>
        </p:nvSpPr>
        <p:spPr>
          <a:xfrm>
            <a:off x="7" y="0"/>
            <a:ext cx="4603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Kategori Entity</a:t>
            </a:r>
            <a:endParaRPr sz="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7" name="Shape 1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Google Shape;1148;g34d9c7f49ce_2_987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149" name="Google Shape;1149;g34d9c7f49ce_2_987"/>
          <p:cNvSpPr txBox="1"/>
          <p:nvPr/>
        </p:nvSpPr>
        <p:spPr>
          <a:xfrm>
            <a:off x="865357" y="2186850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 Öğreniyoruz?</a:t>
            </a:r>
            <a:endParaRPr sz="150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4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Google Shape;1155;g34d9c7f49ce_2_993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156" name="Google Shape;1156;g34d9c7f49ce_2_993"/>
          <p:cNvSpPr txBox="1"/>
          <p:nvPr/>
        </p:nvSpPr>
        <p:spPr>
          <a:xfrm>
            <a:off x="1172689" y="627534"/>
            <a:ext cx="1428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 Öğreniyoruz?</a:t>
            </a:r>
            <a:endParaRPr/>
          </a:p>
        </p:txBody>
      </p:sp>
      <p:sp>
        <p:nvSpPr>
          <p:cNvPr id="1157" name="Google Shape;1157;g34d9c7f49ce_2_993"/>
          <p:cNvSpPr txBox="1"/>
          <p:nvPr/>
        </p:nvSpPr>
        <p:spPr>
          <a:xfrm>
            <a:off x="1403648" y="1203598"/>
            <a:ext cx="26643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Veri Tabanı</a:t>
            </a:r>
            <a:r>
              <a:rPr b="1"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Nedir?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 Veri Tabanı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ORM Nedir?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Entity Framework Core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Migrations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Seeding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Veri Sorgulama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E-Ticaret Şablonu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Veri Listeleme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Veri Filtreleme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ViewComponent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7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7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7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2" name="Shape 1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Google Shape;1163;g34d9c7f49ce_2_1000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164" name="Google Shape;1164;g34d9c7f49ce_2_1000"/>
          <p:cNvSpPr txBox="1"/>
          <p:nvPr/>
        </p:nvSpPr>
        <p:spPr>
          <a:xfrm>
            <a:off x="865357" y="2186850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Form Nedir?</a:t>
            </a:r>
            <a:endParaRPr sz="150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9" name="Shape 1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0" name="Google Shape;1170;g34d9c7f49ce_2_1006"/>
          <p:cNvSpPr txBox="1"/>
          <p:nvPr/>
        </p:nvSpPr>
        <p:spPr>
          <a:xfrm>
            <a:off x="35496" y="51470"/>
            <a:ext cx="910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Form Nedir?</a:t>
            </a:r>
            <a:endParaRPr/>
          </a:p>
        </p:txBody>
      </p:sp>
      <p:pic>
        <p:nvPicPr>
          <p:cNvPr id="1171" name="Google Shape;1171;g34d9c7f49ce_2_10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6610" y="537015"/>
            <a:ext cx="3102286" cy="1093555"/>
          </a:xfrm>
          <a:prstGeom prst="rect">
            <a:avLst/>
          </a:prstGeom>
          <a:noFill/>
          <a:ln>
            <a:noFill/>
          </a:ln>
        </p:spPr>
      </p:pic>
      <p:sp>
        <p:nvSpPr>
          <p:cNvPr id="1172" name="Google Shape;1172;g34d9c7f49ce_2_1006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grpSp>
        <p:nvGrpSpPr>
          <p:cNvPr id="1173" name="Google Shape;1173;g34d9c7f49ce_2_1006"/>
          <p:cNvGrpSpPr/>
          <p:nvPr/>
        </p:nvGrpSpPr>
        <p:grpSpPr>
          <a:xfrm>
            <a:off x="946333" y="3108385"/>
            <a:ext cx="1353300" cy="646221"/>
            <a:chOff x="946333" y="3108385"/>
            <a:chExt cx="1353300" cy="646221"/>
          </a:xfrm>
        </p:grpSpPr>
        <p:sp>
          <p:nvSpPr>
            <p:cNvPr id="1174" name="Google Shape;1174;g34d9c7f49ce_2_1006"/>
            <p:cNvSpPr txBox="1"/>
            <p:nvPr/>
          </p:nvSpPr>
          <p:spPr>
            <a:xfrm>
              <a:off x="946333" y="3446806"/>
              <a:ext cx="1353300" cy="30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tr-TR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GET</a:t>
              </a:r>
              <a:r>
                <a:rPr b="1" lang="tr-TR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FORMU</a:t>
              </a:r>
              <a:endParaRPr sz="1000"/>
            </a:p>
          </p:txBody>
        </p:sp>
        <p:cxnSp>
          <p:nvCxnSpPr>
            <p:cNvPr id="1175" name="Google Shape;1175;g34d9c7f49ce_2_1006"/>
            <p:cNvCxnSpPr/>
            <p:nvPr/>
          </p:nvCxnSpPr>
          <p:spPr>
            <a:xfrm>
              <a:off x="1497587" y="3108385"/>
              <a:ext cx="0" cy="288000"/>
            </a:xfrm>
            <a:prstGeom prst="straightConnector1">
              <a:avLst/>
            </a:prstGeom>
            <a:noFill/>
            <a:ln cap="flat" cmpd="sng" w="25400">
              <a:solidFill>
                <a:schemeClr val="accent2"/>
              </a:solidFill>
              <a:prstDash val="solid"/>
              <a:round/>
              <a:headEnd len="sm" w="sm" type="none"/>
              <a:tailEnd len="med" w="med" type="triangle"/>
            </a:ln>
            <a:effectLst>
              <a:outerShdw blurRad="40000" rotWithShape="0" dir="5400000" dist="20000">
                <a:srgbClr val="000000">
                  <a:alpha val="37650"/>
                </a:srgbClr>
              </a:outerShdw>
            </a:effectLst>
          </p:spPr>
        </p:cxnSp>
      </p:grpSp>
      <p:grpSp>
        <p:nvGrpSpPr>
          <p:cNvPr id="1176" name="Google Shape;1176;g34d9c7f49ce_2_1006"/>
          <p:cNvGrpSpPr/>
          <p:nvPr/>
        </p:nvGrpSpPr>
        <p:grpSpPr>
          <a:xfrm>
            <a:off x="414602" y="1849688"/>
            <a:ext cx="4607208" cy="267032"/>
            <a:chOff x="414602" y="1849688"/>
            <a:chExt cx="4607208" cy="267032"/>
          </a:xfrm>
        </p:grpSpPr>
        <p:sp>
          <p:nvSpPr>
            <p:cNvPr id="1177" name="Google Shape;1177;g34d9c7f49ce_2_1006"/>
            <p:cNvSpPr txBox="1"/>
            <p:nvPr/>
          </p:nvSpPr>
          <p:spPr>
            <a:xfrm>
              <a:off x="414602" y="1855120"/>
              <a:ext cx="10953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tr-TR" sz="11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sadikturan.com</a:t>
              </a:r>
              <a:endParaRPr b="1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8" name="Google Shape;1178;g34d9c7f49ce_2_1006"/>
            <p:cNvSpPr txBox="1"/>
            <p:nvPr/>
          </p:nvSpPr>
          <p:spPr>
            <a:xfrm>
              <a:off x="4087010" y="1849688"/>
              <a:ext cx="9348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tr-TR" sz="11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index.cshtml</a:t>
              </a:r>
              <a:endParaRPr b="1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9" name="Google Shape;1179;g34d9c7f49ce_2_1006"/>
            <p:cNvSpPr txBox="1"/>
            <p:nvPr/>
          </p:nvSpPr>
          <p:spPr>
            <a:xfrm>
              <a:off x="2858410" y="1849688"/>
              <a:ext cx="505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tr-TR" sz="11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index</a:t>
              </a:r>
              <a:endParaRPr b="1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180" name="Google Shape;1180;g34d9c7f49ce_2_1006"/>
            <p:cNvCxnSpPr/>
            <p:nvPr/>
          </p:nvCxnSpPr>
          <p:spPr>
            <a:xfrm rot="10800000">
              <a:off x="3725349" y="1841935"/>
              <a:ext cx="0" cy="288000"/>
            </a:xfrm>
            <a:prstGeom prst="straightConnector1">
              <a:avLst/>
            </a:prstGeom>
            <a:noFill/>
            <a:ln cap="flat" cmpd="sng" w="25400">
              <a:solidFill>
                <a:schemeClr val="accent2"/>
              </a:solidFill>
              <a:prstDash val="solid"/>
              <a:round/>
              <a:headEnd len="sm" w="sm" type="none"/>
              <a:tailEnd len="med" w="med" type="triangle"/>
            </a:ln>
            <a:effectLst>
              <a:outerShdw blurRad="40000" rotWithShape="0" dir="5400000" dist="20000">
                <a:srgbClr val="000000">
                  <a:alpha val="37650"/>
                </a:srgbClr>
              </a:outerShdw>
            </a:effectLst>
          </p:spPr>
        </p:cxnSp>
      </p:grpSp>
      <p:grpSp>
        <p:nvGrpSpPr>
          <p:cNvPr id="1181" name="Google Shape;1181;g34d9c7f49ce_2_1006"/>
          <p:cNvGrpSpPr/>
          <p:nvPr/>
        </p:nvGrpSpPr>
        <p:grpSpPr>
          <a:xfrm>
            <a:off x="414602" y="2236983"/>
            <a:ext cx="4578072" cy="263284"/>
            <a:chOff x="414602" y="2236983"/>
            <a:chExt cx="4578072" cy="263284"/>
          </a:xfrm>
        </p:grpSpPr>
        <p:sp>
          <p:nvSpPr>
            <p:cNvPr id="1182" name="Google Shape;1182;g34d9c7f49ce_2_1006"/>
            <p:cNvSpPr txBox="1"/>
            <p:nvPr/>
          </p:nvSpPr>
          <p:spPr>
            <a:xfrm>
              <a:off x="414602" y="2238667"/>
              <a:ext cx="15585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tr-TR" sz="11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sadikturan.com/kurslar</a:t>
              </a:r>
              <a:endParaRPr b="1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83" name="Google Shape;1183;g34d9c7f49ce_2_1006"/>
            <p:cNvSpPr txBox="1"/>
            <p:nvPr/>
          </p:nvSpPr>
          <p:spPr>
            <a:xfrm>
              <a:off x="4091474" y="2236983"/>
              <a:ext cx="901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tr-TR" sz="11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kurslar.html</a:t>
              </a:r>
              <a:endParaRPr b="1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84" name="Google Shape;1184;g34d9c7f49ce_2_1006"/>
            <p:cNvSpPr txBox="1"/>
            <p:nvPr/>
          </p:nvSpPr>
          <p:spPr>
            <a:xfrm>
              <a:off x="2862874" y="2236983"/>
              <a:ext cx="5871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tr-TR" sz="11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kurslar</a:t>
              </a:r>
              <a:endParaRPr b="1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185" name="Google Shape;1185;g34d9c7f49ce_2_1006"/>
            <p:cNvCxnSpPr/>
            <p:nvPr/>
          </p:nvCxnSpPr>
          <p:spPr>
            <a:xfrm rot="10800000">
              <a:off x="3725349" y="2225485"/>
              <a:ext cx="0" cy="288000"/>
            </a:xfrm>
            <a:prstGeom prst="straightConnector1">
              <a:avLst/>
            </a:prstGeom>
            <a:noFill/>
            <a:ln cap="flat" cmpd="sng" w="25400">
              <a:solidFill>
                <a:schemeClr val="accent2"/>
              </a:solidFill>
              <a:prstDash val="solid"/>
              <a:round/>
              <a:headEnd len="sm" w="sm" type="none"/>
              <a:tailEnd len="med" w="med" type="triangle"/>
            </a:ln>
            <a:effectLst>
              <a:outerShdw blurRad="40000" rotWithShape="0" dir="5400000" dist="20000">
                <a:srgbClr val="000000">
                  <a:alpha val="37650"/>
                </a:srgbClr>
              </a:outerShdw>
            </a:effectLst>
          </p:spPr>
        </p:cxnSp>
      </p:grpSp>
      <p:grpSp>
        <p:nvGrpSpPr>
          <p:cNvPr id="1186" name="Google Shape;1186;g34d9c7f49ce_2_1006"/>
          <p:cNvGrpSpPr/>
          <p:nvPr/>
        </p:nvGrpSpPr>
        <p:grpSpPr>
          <a:xfrm>
            <a:off x="414602" y="2619157"/>
            <a:ext cx="4573608" cy="261600"/>
            <a:chOff x="414602" y="2619157"/>
            <a:chExt cx="4573608" cy="261600"/>
          </a:xfrm>
        </p:grpSpPr>
        <p:sp>
          <p:nvSpPr>
            <p:cNvPr id="1187" name="Google Shape;1187;g34d9c7f49ce_2_1006"/>
            <p:cNvSpPr txBox="1"/>
            <p:nvPr/>
          </p:nvSpPr>
          <p:spPr>
            <a:xfrm>
              <a:off x="414602" y="2619157"/>
              <a:ext cx="21660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tr-TR" sz="11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sadikturan.com/kurslar</a:t>
              </a:r>
              <a:r>
                <a:rPr b="1" lang="tr-TR" sz="1100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?q=aspnet</a:t>
              </a:r>
              <a:endParaRPr b="1" sz="8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88" name="Google Shape;1188;g34d9c7f49ce_2_1006"/>
            <p:cNvSpPr txBox="1"/>
            <p:nvPr/>
          </p:nvSpPr>
          <p:spPr>
            <a:xfrm>
              <a:off x="4087010" y="2619157"/>
              <a:ext cx="901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tr-TR" sz="11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kurslar.html</a:t>
              </a:r>
              <a:endParaRPr b="1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89" name="Google Shape;1189;g34d9c7f49ce_2_1006"/>
            <p:cNvSpPr txBox="1"/>
            <p:nvPr/>
          </p:nvSpPr>
          <p:spPr>
            <a:xfrm>
              <a:off x="2858410" y="2619157"/>
              <a:ext cx="5871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tr-TR" sz="11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kurslar</a:t>
              </a:r>
              <a:endParaRPr b="1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190" name="Google Shape;1190;g34d9c7f49ce_2_1006"/>
            <p:cNvCxnSpPr/>
            <p:nvPr/>
          </p:nvCxnSpPr>
          <p:spPr>
            <a:xfrm rot="10800000">
              <a:off x="3725349" y="2605973"/>
              <a:ext cx="0" cy="288000"/>
            </a:xfrm>
            <a:prstGeom prst="straightConnector1">
              <a:avLst/>
            </a:prstGeom>
            <a:noFill/>
            <a:ln cap="flat" cmpd="sng" w="25400">
              <a:solidFill>
                <a:schemeClr val="accent2"/>
              </a:solidFill>
              <a:prstDash val="solid"/>
              <a:round/>
              <a:headEnd len="sm" w="sm" type="none"/>
              <a:tailEnd len="med" w="med" type="triangle"/>
            </a:ln>
            <a:effectLst>
              <a:outerShdw blurRad="40000" rotWithShape="0" dir="5400000" dist="20000">
                <a:srgbClr val="000000">
                  <a:alpha val="37650"/>
                </a:srgbClr>
              </a:outerShdw>
            </a:effectLst>
          </p:spPr>
        </p:cxnSp>
      </p:grpSp>
      <p:cxnSp>
        <p:nvCxnSpPr>
          <p:cNvPr id="1191" name="Google Shape;1191;g34d9c7f49ce_2_1006"/>
          <p:cNvCxnSpPr/>
          <p:nvPr/>
        </p:nvCxnSpPr>
        <p:spPr>
          <a:xfrm>
            <a:off x="5326700" y="537025"/>
            <a:ext cx="0" cy="391020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192" name="Google Shape;1192;g34d9c7f49ce_2_1006"/>
          <p:cNvGrpSpPr/>
          <p:nvPr/>
        </p:nvGrpSpPr>
        <p:grpSpPr>
          <a:xfrm>
            <a:off x="5685800" y="927475"/>
            <a:ext cx="2658900" cy="922225"/>
            <a:chOff x="5685800" y="927475"/>
            <a:chExt cx="2658900" cy="922225"/>
          </a:xfrm>
        </p:grpSpPr>
        <p:sp>
          <p:nvSpPr>
            <p:cNvPr id="1193" name="Google Shape;1193;g34d9c7f49ce_2_1006"/>
            <p:cNvSpPr/>
            <p:nvPr/>
          </p:nvSpPr>
          <p:spPr>
            <a:xfrm>
              <a:off x="5685800" y="927475"/>
              <a:ext cx="2658900" cy="338700"/>
            </a:xfrm>
            <a:prstGeom prst="rect">
              <a:avLst/>
            </a:prstGeom>
            <a:solidFill>
              <a:schemeClr val="lt1"/>
            </a:solidFill>
            <a:ln cap="flat" cmpd="sng" w="19050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Request</a:t>
              </a:r>
              <a:endParaRPr sz="1200"/>
            </a:p>
          </p:txBody>
        </p:sp>
        <p:sp>
          <p:nvSpPr>
            <p:cNvPr id="1194" name="Google Shape;1194;g34d9c7f49ce_2_1006"/>
            <p:cNvSpPr/>
            <p:nvPr/>
          </p:nvSpPr>
          <p:spPr>
            <a:xfrm>
              <a:off x="5685800" y="1511000"/>
              <a:ext cx="1205100" cy="338700"/>
            </a:xfrm>
            <a:prstGeom prst="rect">
              <a:avLst/>
            </a:prstGeom>
            <a:solidFill>
              <a:schemeClr val="lt1"/>
            </a:solidFill>
            <a:ln cap="flat" cmpd="sng" w="19050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Header</a:t>
              </a:r>
              <a:endParaRPr sz="1200"/>
            </a:p>
          </p:txBody>
        </p:sp>
        <p:sp>
          <p:nvSpPr>
            <p:cNvPr id="1195" name="Google Shape;1195;g34d9c7f49ce_2_1006"/>
            <p:cNvSpPr/>
            <p:nvPr/>
          </p:nvSpPr>
          <p:spPr>
            <a:xfrm>
              <a:off x="7139600" y="1511000"/>
              <a:ext cx="1205100" cy="338700"/>
            </a:xfrm>
            <a:prstGeom prst="rect">
              <a:avLst/>
            </a:prstGeom>
            <a:solidFill>
              <a:schemeClr val="lt1"/>
            </a:solidFill>
            <a:ln cap="flat" cmpd="sng" w="19050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Body</a:t>
              </a:r>
              <a:endParaRPr sz="1200"/>
            </a:p>
          </p:txBody>
        </p:sp>
      </p:grpSp>
      <p:grpSp>
        <p:nvGrpSpPr>
          <p:cNvPr id="1196" name="Google Shape;1196;g34d9c7f49ce_2_1006"/>
          <p:cNvGrpSpPr/>
          <p:nvPr/>
        </p:nvGrpSpPr>
        <p:grpSpPr>
          <a:xfrm>
            <a:off x="5685800" y="2720713"/>
            <a:ext cx="2658900" cy="922225"/>
            <a:chOff x="5685800" y="2720713"/>
            <a:chExt cx="2658900" cy="922225"/>
          </a:xfrm>
        </p:grpSpPr>
        <p:sp>
          <p:nvSpPr>
            <p:cNvPr id="1197" name="Google Shape;1197;g34d9c7f49ce_2_1006"/>
            <p:cNvSpPr/>
            <p:nvPr/>
          </p:nvSpPr>
          <p:spPr>
            <a:xfrm>
              <a:off x="5685800" y="2720713"/>
              <a:ext cx="2658900" cy="338700"/>
            </a:xfrm>
            <a:prstGeom prst="rect">
              <a:avLst/>
            </a:prstGeom>
            <a:solidFill>
              <a:schemeClr val="lt1"/>
            </a:solidFill>
            <a:ln cap="flat" cmpd="sng" w="19050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Response</a:t>
              </a:r>
              <a:endParaRPr sz="1200"/>
            </a:p>
          </p:txBody>
        </p:sp>
        <p:sp>
          <p:nvSpPr>
            <p:cNvPr id="1198" name="Google Shape;1198;g34d9c7f49ce_2_1006"/>
            <p:cNvSpPr/>
            <p:nvPr/>
          </p:nvSpPr>
          <p:spPr>
            <a:xfrm>
              <a:off x="5685800" y="3304238"/>
              <a:ext cx="1205100" cy="338700"/>
            </a:xfrm>
            <a:prstGeom prst="rect">
              <a:avLst/>
            </a:prstGeom>
            <a:solidFill>
              <a:schemeClr val="lt1"/>
            </a:solidFill>
            <a:ln cap="flat" cmpd="sng" w="19050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Header</a:t>
              </a:r>
              <a:endParaRPr sz="1200"/>
            </a:p>
          </p:txBody>
        </p:sp>
        <p:sp>
          <p:nvSpPr>
            <p:cNvPr id="1199" name="Google Shape;1199;g34d9c7f49ce_2_1006"/>
            <p:cNvSpPr/>
            <p:nvPr/>
          </p:nvSpPr>
          <p:spPr>
            <a:xfrm>
              <a:off x="7139600" y="3304238"/>
              <a:ext cx="1205100" cy="338700"/>
            </a:xfrm>
            <a:prstGeom prst="rect">
              <a:avLst/>
            </a:prstGeom>
            <a:solidFill>
              <a:schemeClr val="lt1"/>
            </a:solidFill>
            <a:ln cap="flat" cmpd="sng" w="19050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Body</a:t>
              </a:r>
              <a:endParaRPr sz="1200"/>
            </a:p>
          </p:txBody>
        </p:sp>
      </p:grpSp>
      <p:pic>
        <p:nvPicPr>
          <p:cNvPr id="1200" name="Google Shape;1200;g34d9c7f49ce_2_10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56599" y="3805025"/>
            <a:ext cx="3580325" cy="863775"/>
          </a:xfrm>
          <a:prstGeom prst="rect">
            <a:avLst/>
          </a:prstGeom>
          <a:noFill/>
          <a:ln>
            <a:noFill/>
          </a:ln>
        </p:spPr>
      </p:pic>
      <p:sp>
        <p:nvSpPr>
          <p:cNvPr id="1201" name="Google Shape;1201;g34d9c7f49ce_2_1006"/>
          <p:cNvSpPr/>
          <p:nvPr/>
        </p:nvSpPr>
        <p:spPr>
          <a:xfrm>
            <a:off x="5685800" y="1511000"/>
            <a:ext cx="1205100" cy="338700"/>
          </a:xfrm>
          <a:prstGeom prst="rect">
            <a:avLst/>
          </a:prstGeom>
          <a:solidFill>
            <a:schemeClr val="accent2"/>
          </a:solidFill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Header</a:t>
            </a:r>
            <a:endParaRPr sz="12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6" name="Shape 1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7" name="Google Shape;1207;g34d9c7f49ce_2_1042"/>
          <p:cNvSpPr txBox="1"/>
          <p:nvPr/>
        </p:nvSpPr>
        <p:spPr>
          <a:xfrm>
            <a:off x="35496" y="51470"/>
            <a:ext cx="910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Form Nedir?</a:t>
            </a:r>
            <a:endParaRPr/>
          </a:p>
        </p:txBody>
      </p:sp>
      <p:pic>
        <p:nvPicPr>
          <p:cNvPr id="1208" name="Google Shape;1208;g34d9c7f49ce_2_10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6610" y="537015"/>
            <a:ext cx="3102286" cy="1093555"/>
          </a:xfrm>
          <a:prstGeom prst="rect">
            <a:avLst/>
          </a:prstGeom>
          <a:noFill/>
          <a:ln>
            <a:noFill/>
          </a:ln>
        </p:spPr>
      </p:pic>
      <p:sp>
        <p:nvSpPr>
          <p:cNvPr id="1209" name="Google Shape;1209;g34d9c7f49ce_2_1042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grpSp>
        <p:nvGrpSpPr>
          <p:cNvPr id="1210" name="Google Shape;1210;g34d9c7f49ce_2_1042"/>
          <p:cNvGrpSpPr/>
          <p:nvPr/>
        </p:nvGrpSpPr>
        <p:grpSpPr>
          <a:xfrm>
            <a:off x="946308" y="2968010"/>
            <a:ext cx="1353300" cy="751921"/>
            <a:chOff x="946308" y="2968010"/>
            <a:chExt cx="1353300" cy="751921"/>
          </a:xfrm>
        </p:grpSpPr>
        <p:sp>
          <p:nvSpPr>
            <p:cNvPr id="1211" name="Google Shape;1211;g34d9c7f49ce_2_1042"/>
            <p:cNvSpPr txBox="1"/>
            <p:nvPr/>
          </p:nvSpPr>
          <p:spPr>
            <a:xfrm>
              <a:off x="946308" y="3412131"/>
              <a:ext cx="1353300" cy="30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tr-TR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POST </a:t>
              </a:r>
              <a:r>
                <a:rPr b="1" lang="tr-TR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FORMU</a:t>
              </a:r>
              <a:endParaRPr sz="1000"/>
            </a:p>
          </p:txBody>
        </p:sp>
        <p:cxnSp>
          <p:nvCxnSpPr>
            <p:cNvPr id="1212" name="Google Shape;1212;g34d9c7f49ce_2_1042"/>
            <p:cNvCxnSpPr/>
            <p:nvPr/>
          </p:nvCxnSpPr>
          <p:spPr>
            <a:xfrm>
              <a:off x="1497612" y="2968010"/>
              <a:ext cx="0" cy="288000"/>
            </a:xfrm>
            <a:prstGeom prst="straightConnector1">
              <a:avLst/>
            </a:prstGeom>
            <a:noFill/>
            <a:ln cap="flat" cmpd="sng" w="25400">
              <a:solidFill>
                <a:schemeClr val="accent2"/>
              </a:solidFill>
              <a:prstDash val="solid"/>
              <a:round/>
              <a:headEnd len="sm" w="sm" type="none"/>
              <a:tailEnd len="med" w="med" type="triangle"/>
            </a:ln>
            <a:effectLst>
              <a:outerShdw blurRad="40000" rotWithShape="0" dir="5400000" dist="20000">
                <a:srgbClr val="000000">
                  <a:alpha val="37650"/>
                </a:srgbClr>
              </a:outerShdw>
            </a:effectLst>
          </p:spPr>
        </p:cxnSp>
      </p:grpSp>
      <p:grpSp>
        <p:nvGrpSpPr>
          <p:cNvPr id="1213" name="Google Shape;1213;g34d9c7f49ce_2_1042"/>
          <p:cNvGrpSpPr/>
          <p:nvPr/>
        </p:nvGrpSpPr>
        <p:grpSpPr>
          <a:xfrm>
            <a:off x="414599" y="2008383"/>
            <a:ext cx="4578075" cy="263292"/>
            <a:chOff x="414599" y="2008383"/>
            <a:chExt cx="4578075" cy="263292"/>
          </a:xfrm>
        </p:grpSpPr>
        <p:sp>
          <p:nvSpPr>
            <p:cNvPr id="1214" name="Google Shape;1214;g34d9c7f49ce_2_1042"/>
            <p:cNvSpPr txBox="1"/>
            <p:nvPr/>
          </p:nvSpPr>
          <p:spPr>
            <a:xfrm>
              <a:off x="414599" y="2010075"/>
              <a:ext cx="19644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tr-TR" sz="11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sadikturan.com/create</a:t>
              </a:r>
              <a:endParaRPr b="1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5" name="Google Shape;1215;g34d9c7f49ce_2_1042"/>
            <p:cNvSpPr txBox="1"/>
            <p:nvPr/>
          </p:nvSpPr>
          <p:spPr>
            <a:xfrm>
              <a:off x="4091474" y="2008383"/>
              <a:ext cx="901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tr-TR" sz="11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create.html</a:t>
              </a:r>
              <a:endParaRPr b="1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6" name="Google Shape;1216;g34d9c7f49ce_2_1042"/>
            <p:cNvSpPr txBox="1"/>
            <p:nvPr/>
          </p:nvSpPr>
          <p:spPr>
            <a:xfrm>
              <a:off x="2862874" y="2008383"/>
              <a:ext cx="5871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tr-TR" sz="11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create</a:t>
              </a:r>
              <a:endParaRPr b="1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217" name="Google Shape;1217;g34d9c7f49ce_2_1042"/>
            <p:cNvCxnSpPr/>
            <p:nvPr/>
          </p:nvCxnSpPr>
          <p:spPr>
            <a:xfrm rot="10800000">
              <a:off x="3725349" y="1996885"/>
              <a:ext cx="0" cy="288000"/>
            </a:xfrm>
            <a:prstGeom prst="straightConnector1">
              <a:avLst/>
            </a:prstGeom>
            <a:noFill/>
            <a:ln cap="flat" cmpd="sng" w="25400">
              <a:solidFill>
                <a:schemeClr val="accent2"/>
              </a:solidFill>
              <a:prstDash val="solid"/>
              <a:round/>
              <a:headEnd len="sm" w="sm" type="none"/>
              <a:tailEnd len="med" w="med" type="triangle"/>
            </a:ln>
            <a:effectLst>
              <a:outerShdw blurRad="40000" rotWithShape="0" dir="5400000" dist="20000">
                <a:srgbClr val="000000">
                  <a:alpha val="37650"/>
                </a:srgbClr>
              </a:outerShdw>
            </a:effectLst>
          </p:spPr>
        </p:cxnSp>
      </p:grpSp>
      <p:grpSp>
        <p:nvGrpSpPr>
          <p:cNvPr id="1218" name="Google Shape;1218;g34d9c7f49ce_2_1042"/>
          <p:cNvGrpSpPr/>
          <p:nvPr/>
        </p:nvGrpSpPr>
        <p:grpSpPr>
          <a:xfrm>
            <a:off x="414602" y="2390557"/>
            <a:ext cx="4573608" cy="261600"/>
            <a:chOff x="414602" y="2390557"/>
            <a:chExt cx="4573608" cy="261600"/>
          </a:xfrm>
        </p:grpSpPr>
        <p:sp>
          <p:nvSpPr>
            <p:cNvPr id="1219" name="Google Shape;1219;g34d9c7f49ce_2_1042"/>
            <p:cNvSpPr txBox="1"/>
            <p:nvPr/>
          </p:nvSpPr>
          <p:spPr>
            <a:xfrm>
              <a:off x="414602" y="2390557"/>
              <a:ext cx="21660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tr-TR" sz="11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sadikturan.com/login</a:t>
              </a:r>
              <a:endParaRPr b="1" sz="8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0" name="Google Shape;1220;g34d9c7f49ce_2_1042"/>
            <p:cNvSpPr txBox="1"/>
            <p:nvPr/>
          </p:nvSpPr>
          <p:spPr>
            <a:xfrm>
              <a:off x="4087010" y="2390557"/>
              <a:ext cx="9012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tr-TR" sz="11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login.html</a:t>
              </a:r>
              <a:endParaRPr b="1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1" name="Google Shape;1221;g34d9c7f49ce_2_1042"/>
            <p:cNvSpPr txBox="1"/>
            <p:nvPr/>
          </p:nvSpPr>
          <p:spPr>
            <a:xfrm>
              <a:off x="2858410" y="2390557"/>
              <a:ext cx="587100" cy="26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Font typeface="Arial"/>
                <a:buNone/>
              </a:pPr>
              <a:r>
                <a:rPr b="1" lang="tr-TR" sz="11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login</a:t>
              </a:r>
              <a:endParaRPr b="1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222" name="Google Shape;1222;g34d9c7f49ce_2_1042"/>
            <p:cNvCxnSpPr/>
            <p:nvPr/>
          </p:nvCxnSpPr>
          <p:spPr>
            <a:xfrm rot="10800000">
              <a:off x="3725349" y="2377373"/>
              <a:ext cx="0" cy="288000"/>
            </a:xfrm>
            <a:prstGeom prst="straightConnector1">
              <a:avLst/>
            </a:prstGeom>
            <a:noFill/>
            <a:ln cap="flat" cmpd="sng" w="25400">
              <a:solidFill>
                <a:schemeClr val="accent2"/>
              </a:solidFill>
              <a:prstDash val="solid"/>
              <a:round/>
              <a:headEnd len="sm" w="sm" type="none"/>
              <a:tailEnd len="med" w="med" type="triangle"/>
            </a:ln>
            <a:effectLst>
              <a:outerShdw blurRad="40000" rotWithShape="0" dir="5400000" dist="20000">
                <a:srgbClr val="000000">
                  <a:alpha val="37650"/>
                </a:srgbClr>
              </a:outerShdw>
            </a:effectLst>
          </p:spPr>
        </p:cxnSp>
      </p:grpSp>
      <p:cxnSp>
        <p:nvCxnSpPr>
          <p:cNvPr id="1223" name="Google Shape;1223;g34d9c7f49ce_2_1042"/>
          <p:cNvCxnSpPr/>
          <p:nvPr/>
        </p:nvCxnSpPr>
        <p:spPr>
          <a:xfrm>
            <a:off x="5326700" y="537025"/>
            <a:ext cx="0" cy="3910200"/>
          </a:xfrm>
          <a:prstGeom prst="straightConnector1">
            <a:avLst/>
          </a:prstGeom>
          <a:noFill/>
          <a:ln cap="flat" cmpd="sng" w="9525">
            <a:solidFill>
              <a:srgbClr val="B7B7B7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1224" name="Google Shape;1224;g34d9c7f49ce_2_104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4498" y="3852596"/>
            <a:ext cx="3728001" cy="90005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25" name="Google Shape;1225;g34d9c7f49ce_2_1042"/>
          <p:cNvGrpSpPr/>
          <p:nvPr/>
        </p:nvGrpSpPr>
        <p:grpSpPr>
          <a:xfrm>
            <a:off x="5685800" y="927475"/>
            <a:ext cx="2658900" cy="922225"/>
            <a:chOff x="5685800" y="927475"/>
            <a:chExt cx="2658900" cy="922225"/>
          </a:xfrm>
        </p:grpSpPr>
        <p:sp>
          <p:nvSpPr>
            <p:cNvPr id="1226" name="Google Shape;1226;g34d9c7f49ce_2_1042"/>
            <p:cNvSpPr/>
            <p:nvPr/>
          </p:nvSpPr>
          <p:spPr>
            <a:xfrm>
              <a:off x="5685800" y="927475"/>
              <a:ext cx="2658900" cy="338700"/>
            </a:xfrm>
            <a:prstGeom prst="rect">
              <a:avLst/>
            </a:prstGeom>
            <a:solidFill>
              <a:schemeClr val="lt1"/>
            </a:solidFill>
            <a:ln cap="flat" cmpd="sng" w="19050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Request</a:t>
              </a:r>
              <a:endParaRPr sz="1200"/>
            </a:p>
          </p:txBody>
        </p:sp>
        <p:sp>
          <p:nvSpPr>
            <p:cNvPr id="1227" name="Google Shape;1227;g34d9c7f49ce_2_1042"/>
            <p:cNvSpPr/>
            <p:nvPr/>
          </p:nvSpPr>
          <p:spPr>
            <a:xfrm>
              <a:off x="5685800" y="1511000"/>
              <a:ext cx="1205100" cy="338700"/>
            </a:xfrm>
            <a:prstGeom prst="rect">
              <a:avLst/>
            </a:prstGeom>
            <a:solidFill>
              <a:schemeClr val="lt1"/>
            </a:solidFill>
            <a:ln cap="flat" cmpd="sng" w="19050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Header</a:t>
              </a:r>
              <a:endParaRPr sz="1200"/>
            </a:p>
          </p:txBody>
        </p:sp>
        <p:sp>
          <p:nvSpPr>
            <p:cNvPr id="1228" name="Google Shape;1228;g34d9c7f49ce_2_1042"/>
            <p:cNvSpPr/>
            <p:nvPr/>
          </p:nvSpPr>
          <p:spPr>
            <a:xfrm>
              <a:off x="7139600" y="1511000"/>
              <a:ext cx="1205100" cy="338700"/>
            </a:xfrm>
            <a:prstGeom prst="rect">
              <a:avLst/>
            </a:prstGeom>
            <a:solidFill>
              <a:schemeClr val="lt1"/>
            </a:solidFill>
            <a:ln cap="flat" cmpd="sng" w="19050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Body</a:t>
              </a:r>
              <a:endParaRPr sz="1200"/>
            </a:p>
          </p:txBody>
        </p:sp>
      </p:grpSp>
      <p:grpSp>
        <p:nvGrpSpPr>
          <p:cNvPr id="1229" name="Google Shape;1229;g34d9c7f49ce_2_1042"/>
          <p:cNvGrpSpPr/>
          <p:nvPr/>
        </p:nvGrpSpPr>
        <p:grpSpPr>
          <a:xfrm>
            <a:off x="5685800" y="2720713"/>
            <a:ext cx="2658900" cy="922225"/>
            <a:chOff x="5685800" y="2720713"/>
            <a:chExt cx="2658900" cy="922225"/>
          </a:xfrm>
        </p:grpSpPr>
        <p:sp>
          <p:nvSpPr>
            <p:cNvPr id="1230" name="Google Shape;1230;g34d9c7f49ce_2_1042"/>
            <p:cNvSpPr/>
            <p:nvPr/>
          </p:nvSpPr>
          <p:spPr>
            <a:xfrm>
              <a:off x="5685800" y="2720713"/>
              <a:ext cx="2658900" cy="338700"/>
            </a:xfrm>
            <a:prstGeom prst="rect">
              <a:avLst/>
            </a:prstGeom>
            <a:solidFill>
              <a:schemeClr val="lt1"/>
            </a:solidFill>
            <a:ln cap="flat" cmpd="sng" w="19050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Response</a:t>
              </a:r>
              <a:endParaRPr sz="1200"/>
            </a:p>
          </p:txBody>
        </p:sp>
        <p:sp>
          <p:nvSpPr>
            <p:cNvPr id="1231" name="Google Shape;1231;g34d9c7f49ce_2_1042"/>
            <p:cNvSpPr/>
            <p:nvPr/>
          </p:nvSpPr>
          <p:spPr>
            <a:xfrm>
              <a:off x="5685800" y="3304238"/>
              <a:ext cx="1205100" cy="338700"/>
            </a:xfrm>
            <a:prstGeom prst="rect">
              <a:avLst/>
            </a:prstGeom>
            <a:solidFill>
              <a:schemeClr val="lt1"/>
            </a:solidFill>
            <a:ln cap="flat" cmpd="sng" w="19050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Header</a:t>
              </a:r>
              <a:endParaRPr sz="1200"/>
            </a:p>
          </p:txBody>
        </p:sp>
        <p:sp>
          <p:nvSpPr>
            <p:cNvPr id="1232" name="Google Shape;1232;g34d9c7f49ce_2_1042"/>
            <p:cNvSpPr/>
            <p:nvPr/>
          </p:nvSpPr>
          <p:spPr>
            <a:xfrm>
              <a:off x="7139600" y="3304238"/>
              <a:ext cx="1205100" cy="338700"/>
            </a:xfrm>
            <a:prstGeom prst="rect">
              <a:avLst/>
            </a:prstGeom>
            <a:solidFill>
              <a:schemeClr val="lt1"/>
            </a:solidFill>
            <a:ln cap="flat" cmpd="sng" w="19050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 sz="12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Body</a:t>
              </a:r>
              <a:endParaRPr sz="1200"/>
            </a:p>
          </p:txBody>
        </p:sp>
      </p:grpSp>
      <p:sp>
        <p:nvSpPr>
          <p:cNvPr id="1233" name="Google Shape;1233;g34d9c7f49ce_2_1042"/>
          <p:cNvSpPr/>
          <p:nvPr/>
        </p:nvSpPr>
        <p:spPr>
          <a:xfrm>
            <a:off x="7139600" y="1511000"/>
            <a:ext cx="1205100" cy="338700"/>
          </a:xfrm>
          <a:prstGeom prst="rect">
            <a:avLst/>
          </a:prstGeom>
          <a:solidFill>
            <a:schemeClr val="accent2"/>
          </a:solidFill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Body</a:t>
            </a:r>
            <a:endParaRPr sz="12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8" name="Shape 1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Google Shape;1239;g34d9c7f49ce_2_1073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240" name="Google Shape;1240;g34d9c7f49ce_2_1073"/>
          <p:cNvSpPr txBox="1"/>
          <p:nvPr/>
        </p:nvSpPr>
        <p:spPr>
          <a:xfrm>
            <a:off x="2065664" y="622502"/>
            <a:ext cx="9135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 Verbs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41" name="Google Shape;1241;g34d9c7f49ce_2_10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26995" y="2182810"/>
            <a:ext cx="983245" cy="12168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2" name="Google Shape;1242;g34d9c7f49ce_2_107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0631" y="2182810"/>
            <a:ext cx="1299352" cy="1299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43" name="Google Shape;1243;g34d9c7f49ce_2_1073"/>
          <p:cNvSpPr/>
          <p:nvPr/>
        </p:nvSpPr>
        <p:spPr>
          <a:xfrm>
            <a:off x="3835099" y="1223395"/>
            <a:ext cx="983100" cy="279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</a:t>
            </a:r>
            <a:endParaRPr/>
          </a:p>
        </p:txBody>
      </p:sp>
      <p:sp>
        <p:nvSpPr>
          <p:cNvPr id="1244" name="Google Shape;1244;g34d9c7f49ce_2_1073"/>
          <p:cNvSpPr/>
          <p:nvPr/>
        </p:nvSpPr>
        <p:spPr>
          <a:xfrm>
            <a:off x="3835099" y="848086"/>
            <a:ext cx="983100" cy="279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POST</a:t>
            </a:r>
            <a:endParaRPr/>
          </a:p>
        </p:txBody>
      </p:sp>
      <p:sp>
        <p:nvSpPr>
          <p:cNvPr id="1245" name="Google Shape;1245;g34d9c7f49ce_2_1073"/>
          <p:cNvSpPr/>
          <p:nvPr/>
        </p:nvSpPr>
        <p:spPr>
          <a:xfrm>
            <a:off x="5484522" y="848086"/>
            <a:ext cx="1036200" cy="279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BODY</a:t>
            </a:r>
            <a:endParaRPr/>
          </a:p>
        </p:txBody>
      </p:sp>
      <p:grpSp>
        <p:nvGrpSpPr>
          <p:cNvPr id="1246" name="Google Shape;1246;g34d9c7f49ce_2_1073"/>
          <p:cNvGrpSpPr/>
          <p:nvPr/>
        </p:nvGrpSpPr>
        <p:grpSpPr>
          <a:xfrm>
            <a:off x="3032567" y="2382376"/>
            <a:ext cx="2613600" cy="360000"/>
            <a:chOff x="3032567" y="2382376"/>
            <a:chExt cx="2613600" cy="360000"/>
          </a:xfrm>
        </p:grpSpPr>
        <p:cxnSp>
          <p:nvCxnSpPr>
            <p:cNvPr id="1247" name="Google Shape;1247;g34d9c7f49ce_2_1073"/>
            <p:cNvCxnSpPr/>
            <p:nvPr/>
          </p:nvCxnSpPr>
          <p:spPr>
            <a:xfrm>
              <a:off x="3032567" y="2562388"/>
              <a:ext cx="2613600" cy="0"/>
            </a:xfrm>
            <a:prstGeom prst="straightConnector1">
              <a:avLst/>
            </a:prstGeom>
            <a:noFill/>
            <a:ln cap="flat" cmpd="sng" w="25400">
              <a:solidFill>
                <a:schemeClr val="accent2"/>
              </a:solidFill>
              <a:prstDash val="solid"/>
              <a:round/>
              <a:headEnd len="sm" w="sm" type="none"/>
              <a:tailEnd len="med" w="med" type="triangle"/>
            </a:ln>
            <a:effectLst>
              <a:outerShdw blurRad="40000" rotWithShape="0" dir="5400000" dist="20000">
                <a:srgbClr val="000000">
                  <a:alpha val="37650"/>
                </a:srgbClr>
              </a:outerShdw>
            </a:effectLst>
          </p:spPr>
        </p:cxnSp>
        <p:sp>
          <p:nvSpPr>
            <p:cNvPr id="1248" name="Google Shape;1248;g34d9c7f49ce_2_1073"/>
            <p:cNvSpPr/>
            <p:nvPr/>
          </p:nvSpPr>
          <p:spPr>
            <a:xfrm>
              <a:off x="3824654" y="2382376"/>
              <a:ext cx="983100" cy="360000"/>
            </a:xfrm>
            <a:prstGeom prst="rect">
              <a:avLst/>
            </a:prstGeom>
            <a:solidFill>
              <a:schemeClr val="lt1"/>
            </a:solidFill>
            <a:ln cap="flat" cmpd="sng" w="25400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 sz="1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REQUEST</a:t>
              </a:r>
              <a:endParaRPr/>
            </a:p>
          </p:txBody>
        </p:sp>
      </p:grpSp>
      <p:grpSp>
        <p:nvGrpSpPr>
          <p:cNvPr id="1249" name="Google Shape;1249;g34d9c7f49ce_2_1073"/>
          <p:cNvGrpSpPr/>
          <p:nvPr/>
        </p:nvGrpSpPr>
        <p:grpSpPr>
          <a:xfrm>
            <a:off x="3043581" y="2937840"/>
            <a:ext cx="2613600" cy="360000"/>
            <a:chOff x="3043581" y="2937840"/>
            <a:chExt cx="2613600" cy="360000"/>
          </a:xfrm>
        </p:grpSpPr>
        <p:cxnSp>
          <p:nvCxnSpPr>
            <p:cNvPr id="1250" name="Google Shape;1250;g34d9c7f49ce_2_1073"/>
            <p:cNvCxnSpPr/>
            <p:nvPr/>
          </p:nvCxnSpPr>
          <p:spPr>
            <a:xfrm rot="10800000">
              <a:off x="3043581" y="3117852"/>
              <a:ext cx="2613600" cy="0"/>
            </a:xfrm>
            <a:prstGeom prst="straightConnector1">
              <a:avLst/>
            </a:prstGeom>
            <a:solidFill>
              <a:schemeClr val="lt1"/>
            </a:solidFill>
            <a:ln cap="flat" cmpd="sng" w="25400">
              <a:solidFill>
                <a:schemeClr val="accent1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1251" name="Google Shape;1251;g34d9c7f49ce_2_1073"/>
            <p:cNvSpPr/>
            <p:nvPr/>
          </p:nvSpPr>
          <p:spPr>
            <a:xfrm>
              <a:off x="3824655" y="2937840"/>
              <a:ext cx="983100" cy="360000"/>
            </a:xfrm>
            <a:prstGeom prst="rect">
              <a:avLst/>
            </a:prstGeom>
            <a:solidFill>
              <a:schemeClr val="lt1"/>
            </a:solidFill>
            <a:ln cap="flat" cmpd="sng" w="2540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 sz="1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RESPONSE</a:t>
              </a:r>
              <a:endParaRPr/>
            </a:p>
          </p:txBody>
        </p:sp>
      </p:grpSp>
      <p:sp>
        <p:nvSpPr>
          <p:cNvPr id="1252" name="Google Shape;1252;g34d9c7f49ce_2_1073"/>
          <p:cNvSpPr/>
          <p:nvPr/>
        </p:nvSpPr>
        <p:spPr>
          <a:xfrm>
            <a:off x="3824654" y="4152970"/>
            <a:ext cx="983100" cy="279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BODY</a:t>
            </a:r>
            <a:endParaRPr/>
          </a:p>
        </p:txBody>
      </p:sp>
      <p:cxnSp>
        <p:nvCxnSpPr>
          <p:cNvPr id="1253" name="Google Shape;1253;g34d9c7f49ce_2_1073"/>
          <p:cNvCxnSpPr/>
          <p:nvPr/>
        </p:nvCxnSpPr>
        <p:spPr>
          <a:xfrm>
            <a:off x="5009043" y="990530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1254" name="Google Shape;1254;g34d9c7f49ce_2_1073"/>
          <p:cNvSpPr txBox="1"/>
          <p:nvPr/>
        </p:nvSpPr>
        <p:spPr>
          <a:xfrm>
            <a:off x="6594661" y="856900"/>
            <a:ext cx="784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Form Data</a:t>
            </a:r>
            <a:endParaRPr/>
          </a:p>
        </p:txBody>
      </p:sp>
      <p:cxnSp>
        <p:nvCxnSpPr>
          <p:cNvPr id="1255" name="Google Shape;1255;g34d9c7f49ce_2_1073"/>
          <p:cNvCxnSpPr/>
          <p:nvPr/>
        </p:nvCxnSpPr>
        <p:spPr>
          <a:xfrm>
            <a:off x="5048791" y="4276090"/>
            <a:ext cx="3009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1256" name="Google Shape;1256;g34d9c7f49ce_2_1073"/>
          <p:cNvSpPr txBox="1"/>
          <p:nvPr/>
        </p:nvSpPr>
        <p:spPr>
          <a:xfrm>
            <a:off x="5496289" y="4132836"/>
            <a:ext cx="837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Html, Json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57" name="Google Shape;1257;g34d9c7f49ce_2_1073"/>
          <p:cNvCxnSpPr/>
          <p:nvPr/>
        </p:nvCxnSpPr>
        <p:spPr>
          <a:xfrm rot="10800000">
            <a:off x="4322824" y="1894810"/>
            <a:ext cx="0" cy="28800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cxnSp>
        <p:nvCxnSpPr>
          <p:cNvPr id="1258" name="Google Shape;1258;g34d9c7f49ce_2_1073"/>
          <p:cNvCxnSpPr/>
          <p:nvPr/>
        </p:nvCxnSpPr>
        <p:spPr>
          <a:xfrm>
            <a:off x="4322824" y="3482162"/>
            <a:ext cx="0" cy="28800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1259" name="Google Shape;1259;g34d9c7f49ce_2_1073"/>
          <p:cNvSpPr/>
          <p:nvPr/>
        </p:nvSpPr>
        <p:spPr>
          <a:xfrm>
            <a:off x="3835099" y="481764"/>
            <a:ext cx="983100" cy="279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PUT</a:t>
            </a:r>
            <a:endParaRPr/>
          </a:p>
        </p:txBody>
      </p:sp>
      <p:sp>
        <p:nvSpPr>
          <p:cNvPr id="1260" name="Google Shape;1260;g34d9c7f49ce_2_1073"/>
          <p:cNvSpPr/>
          <p:nvPr/>
        </p:nvSpPr>
        <p:spPr>
          <a:xfrm>
            <a:off x="3835099" y="123478"/>
            <a:ext cx="983100" cy="2793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DELETE</a:t>
            </a:r>
            <a:endParaRPr/>
          </a:p>
        </p:txBody>
      </p:sp>
      <p:sp>
        <p:nvSpPr>
          <p:cNvPr id="1261" name="Google Shape;1261;g34d9c7f49ce_2_1073"/>
          <p:cNvSpPr/>
          <p:nvPr/>
        </p:nvSpPr>
        <p:spPr>
          <a:xfrm>
            <a:off x="3166798" y="77011"/>
            <a:ext cx="240300" cy="1440300"/>
          </a:xfrm>
          <a:prstGeom prst="leftBrace">
            <a:avLst>
              <a:gd fmla="val 39794" name="adj1"/>
              <a:gd fmla="val 50000" name="adj2"/>
            </a:avLst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6" name="Shape 1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g34d9c7f49ce_2_1100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268" name="Google Shape;1268;g34d9c7f49ce_2_1100"/>
          <p:cNvSpPr txBox="1"/>
          <p:nvPr/>
        </p:nvSpPr>
        <p:spPr>
          <a:xfrm>
            <a:off x="865357" y="2186850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Kategori Ekleme</a:t>
            </a:r>
            <a:endParaRPr sz="150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3" name="Shape 1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4" name="Google Shape;1274;g34d9c7f49ce_2_1106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275" name="Google Shape;1275;g34d9c7f49ce_2_1106"/>
          <p:cNvSpPr txBox="1"/>
          <p:nvPr/>
        </p:nvSpPr>
        <p:spPr>
          <a:xfrm>
            <a:off x="7" y="0"/>
            <a:ext cx="4603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Kategori Ekleme</a:t>
            </a:r>
            <a:endParaRPr sz="700"/>
          </a:p>
        </p:txBody>
      </p:sp>
      <p:sp>
        <p:nvSpPr>
          <p:cNvPr id="1276" name="Google Shape;1276;g34d9c7f49ce_2_1106"/>
          <p:cNvSpPr/>
          <p:nvPr/>
        </p:nvSpPr>
        <p:spPr>
          <a:xfrm>
            <a:off x="6045150" y="991650"/>
            <a:ext cx="1385100" cy="511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latin typeface="Calibri"/>
                <a:ea typeface="Calibri"/>
                <a:cs typeface="Calibri"/>
                <a:sym typeface="Calibri"/>
              </a:rPr>
              <a:t>Create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77" name="Google Shape;1277;g34d9c7f49ce_2_1106"/>
          <p:cNvGrpSpPr/>
          <p:nvPr/>
        </p:nvGrpSpPr>
        <p:grpSpPr>
          <a:xfrm>
            <a:off x="2546180" y="789813"/>
            <a:ext cx="2613600" cy="360000"/>
            <a:chOff x="3032567" y="2382376"/>
            <a:chExt cx="2613600" cy="360000"/>
          </a:xfrm>
        </p:grpSpPr>
        <p:cxnSp>
          <p:nvCxnSpPr>
            <p:cNvPr id="1278" name="Google Shape;1278;g34d9c7f49ce_2_1106"/>
            <p:cNvCxnSpPr/>
            <p:nvPr/>
          </p:nvCxnSpPr>
          <p:spPr>
            <a:xfrm>
              <a:off x="3032567" y="2562388"/>
              <a:ext cx="2613600" cy="0"/>
            </a:xfrm>
            <a:prstGeom prst="straightConnector1">
              <a:avLst/>
            </a:prstGeom>
            <a:noFill/>
            <a:ln cap="flat" cmpd="sng" w="25400">
              <a:solidFill>
                <a:schemeClr val="accent2"/>
              </a:solidFill>
              <a:prstDash val="solid"/>
              <a:round/>
              <a:headEnd len="sm" w="sm" type="none"/>
              <a:tailEnd len="med" w="med" type="triangle"/>
            </a:ln>
            <a:effectLst>
              <a:outerShdw blurRad="40000" rotWithShape="0" dir="5400000" dist="20000">
                <a:srgbClr val="000000">
                  <a:alpha val="37650"/>
                </a:srgbClr>
              </a:outerShdw>
            </a:effectLst>
          </p:spPr>
        </p:cxnSp>
        <p:sp>
          <p:nvSpPr>
            <p:cNvPr id="1279" name="Google Shape;1279;g34d9c7f49ce_2_1106"/>
            <p:cNvSpPr/>
            <p:nvPr/>
          </p:nvSpPr>
          <p:spPr>
            <a:xfrm>
              <a:off x="3824654" y="2382376"/>
              <a:ext cx="983100" cy="360000"/>
            </a:xfrm>
            <a:prstGeom prst="rect">
              <a:avLst/>
            </a:prstGeom>
            <a:solidFill>
              <a:schemeClr val="lt1"/>
            </a:solidFill>
            <a:ln cap="flat" cmpd="sng" w="25400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Request</a:t>
              </a:r>
              <a:endParaRPr/>
            </a:p>
          </p:txBody>
        </p:sp>
      </p:grpSp>
      <p:grpSp>
        <p:nvGrpSpPr>
          <p:cNvPr id="1280" name="Google Shape;1280;g34d9c7f49ce_2_1106"/>
          <p:cNvGrpSpPr/>
          <p:nvPr/>
        </p:nvGrpSpPr>
        <p:grpSpPr>
          <a:xfrm>
            <a:off x="2557193" y="1345278"/>
            <a:ext cx="2613600" cy="360000"/>
            <a:chOff x="3043581" y="2937840"/>
            <a:chExt cx="2613600" cy="360000"/>
          </a:xfrm>
        </p:grpSpPr>
        <p:cxnSp>
          <p:nvCxnSpPr>
            <p:cNvPr id="1281" name="Google Shape;1281;g34d9c7f49ce_2_1106"/>
            <p:cNvCxnSpPr/>
            <p:nvPr/>
          </p:nvCxnSpPr>
          <p:spPr>
            <a:xfrm rot="10800000">
              <a:off x="3043581" y="3117852"/>
              <a:ext cx="2613600" cy="0"/>
            </a:xfrm>
            <a:prstGeom prst="straightConnector1">
              <a:avLst/>
            </a:prstGeom>
            <a:solidFill>
              <a:schemeClr val="lt1"/>
            </a:solidFill>
            <a:ln cap="flat" cmpd="sng" w="25400">
              <a:solidFill>
                <a:schemeClr val="accent1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1282" name="Google Shape;1282;g34d9c7f49ce_2_1106"/>
            <p:cNvSpPr/>
            <p:nvPr/>
          </p:nvSpPr>
          <p:spPr>
            <a:xfrm>
              <a:off x="3824655" y="2937840"/>
              <a:ext cx="983100" cy="360000"/>
            </a:xfrm>
            <a:prstGeom prst="rect">
              <a:avLst/>
            </a:prstGeom>
            <a:solidFill>
              <a:schemeClr val="lt1"/>
            </a:solidFill>
            <a:ln cap="flat" cmpd="sng" w="2540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Response</a:t>
              </a:r>
              <a:endParaRPr/>
            </a:p>
          </p:txBody>
        </p:sp>
      </p:grpSp>
      <p:pic>
        <p:nvPicPr>
          <p:cNvPr id="1283" name="Google Shape;1283;g34d9c7f49ce_2_1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3350" y="735350"/>
            <a:ext cx="1032074" cy="111296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84" name="Google Shape;1284;g34d9c7f49ce_2_1106"/>
          <p:cNvCxnSpPr/>
          <p:nvPr/>
        </p:nvCxnSpPr>
        <p:spPr>
          <a:xfrm>
            <a:off x="6737699" y="638912"/>
            <a:ext cx="0" cy="28800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1285" name="Google Shape;1285;g34d9c7f49ce_2_1106"/>
          <p:cNvSpPr txBox="1"/>
          <p:nvPr/>
        </p:nvSpPr>
        <p:spPr>
          <a:xfrm>
            <a:off x="6345611" y="301100"/>
            <a:ext cx="784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 GET</a:t>
            </a:r>
            <a:endParaRPr b="1"/>
          </a:p>
        </p:txBody>
      </p:sp>
      <p:grpSp>
        <p:nvGrpSpPr>
          <p:cNvPr id="1286" name="Google Shape;1286;g34d9c7f49ce_2_1106"/>
          <p:cNvGrpSpPr/>
          <p:nvPr/>
        </p:nvGrpSpPr>
        <p:grpSpPr>
          <a:xfrm>
            <a:off x="2546180" y="2895964"/>
            <a:ext cx="2613600" cy="360000"/>
            <a:chOff x="3032567" y="2382376"/>
            <a:chExt cx="2613600" cy="360000"/>
          </a:xfrm>
        </p:grpSpPr>
        <p:cxnSp>
          <p:nvCxnSpPr>
            <p:cNvPr id="1287" name="Google Shape;1287;g34d9c7f49ce_2_1106"/>
            <p:cNvCxnSpPr/>
            <p:nvPr/>
          </p:nvCxnSpPr>
          <p:spPr>
            <a:xfrm>
              <a:off x="3032567" y="2562388"/>
              <a:ext cx="2613600" cy="0"/>
            </a:xfrm>
            <a:prstGeom prst="straightConnector1">
              <a:avLst/>
            </a:prstGeom>
            <a:noFill/>
            <a:ln cap="flat" cmpd="sng" w="25400">
              <a:solidFill>
                <a:schemeClr val="accent2"/>
              </a:solidFill>
              <a:prstDash val="solid"/>
              <a:round/>
              <a:headEnd len="sm" w="sm" type="none"/>
              <a:tailEnd len="med" w="med" type="triangle"/>
            </a:ln>
            <a:effectLst>
              <a:outerShdw blurRad="40000" rotWithShape="0" dir="5400000" dist="20000">
                <a:srgbClr val="000000">
                  <a:alpha val="37650"/>
                </a:srgbClr>
              </a:outerShdw>
            </a:effectLst>
          </p:spPr>
        </p:cxnSp>
        <p:sp>
          <p:nvSpPr>
            <p:cNvPr id="1288" name="Google Shape;1288;g34d9c7f49ce_2_1106"/>
            <p:cNvSpPr/>
            <p:nvPr/>
          </p:nvSpPr>
          <p:spPr>
            <a:xfrm>
              <a:off x="3824654" y="2382376"/>
              <a:ext cx="983100" cy="360000"/>
            </a:xfrm>
            <a:prstGeom prst="rect">
              <a:avLst/>
            </a:prstGeom>
            <a:solidFill>
              <a:schemeClr val="lt1"/>
            </a:solidFill>
            <a:ln cap="flat" cmpd="sng" w="25400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Request</a:t>
              </a:r>
              <a:endParaRPr/>
            </a:p>
          </p:txBody>
        </p:sp>
      </p:grpSp>
      <p:grpSp>
        <p:nvGrpSpPr>
          <p:cNvPr id="1289" name="Google Shape;1289;g34d9c7f49ce_2_1106"/>
          <p:cNvGrpSpPr/>
          <p:nvPr/>
        </p:nvGrpSpPr>
        <p:grpSpPr>
          <a:xfrm>
            <a:off x="2557193" y="3451428"/>
            <a:ext cx="2613600" cy="360000"/>
            <a:chOff x="3043581" y="2937840"/>
            <a:chExt cx="2613600" cy="360000"/>
          </a:xfrm>
        </p:grpSpPr>
        <p:cxnSp>
          <p:nvCxnSpPr>
            <p:cNvPr id="1290" name="Google Shape;1290;g34d9c7f49ce_2_1106"/>
            <p:cNvCxnSpPr/>
            <p:nvPr/>
          </p:nvCxnSpPr>
          <p:spPr>
            <a:xfrm rot="10800000">
              <a:off x="3043581" y="3117852"/>
              <a:ext cx="2613600" cy="0"/>
            </a:xfrm>
            <a:prstGeom prst="straightConnector1">
              <a:avLst/>
            </a:prstGeom>
            <a:solidFill>
              <a:schemeClr val="lt1"/>
            </a:solidFill>
            <a:ln cap="flat" cmpd="sng" w="25400">
              <a:solidFill>
                <a:schemeClr val="accent1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1291" name="Google Shape;1291;g34d9c7f49ce_2_1106"/>
            <p:cNvSpPr/>
            <p:nvPr/>
          </p:nvSpPr>
          <p:spPr>
            <a:xfrm>
              <a:off x="3824655" y="2937840"/>
              <a:ext cx="983100" cy="360000"/>
            </a:xfrm>
            <a:prstGeom prst="rect">
              <a:avLst/>
            </a:prstGeom>
            <a:solidFill>
              <a:schemeClr val="lt1"/>
            </a:solidFill>
            <a:ln cap="flat" cmpd="sng" w="2540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Response</a:t>
              </a:r>
              <a:endParaRPr/>
            </a:p>
          </p:txBody>
        </p:sp>
      </p:grpSp>
      <p:pic>
        <p:nvPicPr>
          <p:cNvPr id="1292" name="Google Shape;1292;g34d9c7f49ce_2_1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3350" y="2794072"/>
            <a:ext cx="1032074" cy="1112966"/>
          </a:xfrm>
          <a:prstGeom prst="rect">
            <a:avLst/>
          </a:prstGeom>
          <a:noFill/>
          <a:ln>
            <a:noFill/>
          </a:ln>
        </p:spPr>
      </p:pic>
      <p:sp>
        <p:nvSpPr>
          <p:cNvPr id="1293" name="Google Shape;1293;g34d9c7f49ce_2_1106"/>
          <p:cNvSpPr/>
          <p:nvPr/>
        </p:nvSpPr>
        <p:spPr>
          <a:xfrm>
            <a:off x="6056175" y="3094650"/>
            <a:ext cx="1385100" cy="511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latin typeface="Calibri"/>
                <a:ea typeface="Calibri"/>
                <a:cs typeface="Calibri"/>
                <a:sym typeface="Calibri"/>
              </a:rPr>
              <a:t>Create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94" name="Google Shape;1294;g34d9c7f49ce_2_1106"/>
          <p:cNvCxnSpPr/>
          <p:nvPr/>
        </p:nvCxnSpPr>
        <p:spPr>
          <a:xfrm>
            <a:off x="6748724" y="2741912"/>
            <a:ext cx="0" cy="28800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1295" name="Google Shape;1295;g34d9c7f49ce_2_1106"/>
          <p:cNvSpPr txBox="1"/>
          <p:nvPr/>
        </p:nvSpPr>
        <p:spPr>
          <a:xfrm>
            <a:off x="6356624" y="2404100"/>
            <a:ext cx="844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 POST</a:t>
            </a:r>
            <a:endParaRPr b="1"/>
          </a:p>
        </p:txBody>
      </p:sp>
      <p:pic>
        <p:nvPicPr>
          <p:cNvPr id="1296" name="Google Shape;1296;g34d9c7f49ce_2_1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955603" y="926891"/>
            <a:ext cx="444625" cy="555775"/>
          </a:xfrm>
          <a:prstGeom prst="rect">
            <a:avLst/>
          </a:prstGeom>
          <a:noFill/>
          <a:ln>
            <a:noFill/>
          </a:ln>
        </p:spPr>
      </p:pic>
      <p:sp>
        <p:nvSpPr>
          <p:cNvPr id="1297" name="Google Shape;1297;g34d9c7f49ce_2_1106"/>
          <p:cNvSpPr/>
          <p:nvPr/>
        </p:nvSpPr>
        <p:spPr>
          <a:xfrm>
            <a:off x="520235" y="1964525"/>
            <a:ext cx="1098300" cy="360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latin typeface="Calibri"/>
                <a:ea typeface="Calibri"/>
                <a:cs typeface="Calibri"/>
                <a:sym typeface="Calibri"/>
              </a:rPr>
              <a:t>Form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8" name="Google Shape;1298;g34d9c7f49ce_2_1106"/>
          <p:cNvSpPr/>
          <p:nvPr/>
        </p:nvSpPr>
        <p:spPr>
          <a:xfrm>
            <a:off x="520247" y="4036275"/>
            <a:ext cx="1098300" cy="360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latin typeface="Calibri"/>
                <a:ea typeface="Calibri"/>
                <a:cs typeface="Calibri"/>
                <a:sym typeface="Calibri"/>
              </a:rPr>
              <a:t>Form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9" name="Google Shape;1299;g34d9c7f49ce_2_1106"/>
          <p:cNvSpPr/>
          <p:nvPr/>
        </p:nvSpPr>
        <p:spPr>
          <a:xfrm>
            <a:off x="6056176" y="4035400"/>
            <a:ext cx="1385100" cy="3600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Model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00" name="Google Shape;1300;g34d9c7f49ce_2_1106"/>
          <p:cNvCxnSpPr/>
          <p:nvPr/>
        </p:nvCxnSpPr>
        <p:spPr>
          <a:xfrm rot="10800000">
            <a:off x="6737699" y="3676937"/>
            <a:ext cx="0" cy="28800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cxnSp>
        <p:nvCxnSpPr>
          <p:cNvPr id="1301" name="Google Shape;1301;g34d9c7f49ce_2_1106"/>
          <p:cNvCxnSpPr/>
          <p:nvPr/>
        </p:nvCxnSpPr>
        <p:spPr>
          <a:xfrm rot="10800000">
            <a:off x="7659849" y="3206575"/>
            <a:ext cx="0" cy="28800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1302" name="Google Shape;1302;g34d9c7f49ce_2_1106"/>
          <p:cNvSpPr/>
          <p:nvPr/>
        </p:nvSpPr>
        <p:spPr>
          <a:xfrm>
            <a:off x="8079728" y="2918863"/>
            <a:ext cx="648000" cy="863400"/>
          </a:xfrm>
          <a:prstGeom prst="can">
            <a:avLst>
              <a:gd fmla="val 25000" name="adj"/>
            </a:avLst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3" name="Google Shape;1303;g34d9c7f49ce_2_1106"/>
          <p:cNvSpPr/>
          <p:nvPr/>
        </p:nvSpPr>
        <p:spPr>
          <a:xfrm>
            <a:off x="520247" y="4525500"/>
            <a:ext cx="1098300" cy="360000"/>
          </a:xfrm>
          <a:prstGeom prst="rect">
            <a:avLst/>
          </a:prstGeom>
          <a:solidFill>
            <a:schemeClr val="accent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OK</a:t>
            </a:r>
            <a:endParaRPr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8" name="Shape 1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Google Shape;1309;g34d9c7f49ce_2_1140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310" name="Google Shape;1310;g34d9c7f49ce_2_1140"/>
          <p:cNvSpPr txBox="1"/>
          <p:nvPr/>
        </p:nvSpPr>
        <p:spPr>
          <a:xfrm>
            <a:off x="900657" y="2257400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 Öğreniyoruz?</a:t>
            </a:r>
            <a:endParaRPr sz="150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5" name="Shape 1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Google Shape;1316;g34d9c7f49ce_2_1146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317" name="Google Shape;1317;g34d9c7f49ce_2_1146"/>
          <p:cNvSpPr txBox="1"/>
          <p:nvPr/>
        </p:nvSpPr>
        <p:spPr>
          <a:xfrm>
            <a:off x="1551966" y="843558"/>
            <a:ext cx="709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Forms</a:t>
            </a:r>
            <a:endParaRPr/>
          </a:p>
        </p:txBody>
      </p:sp>
      <p:sp>
        <p:nvSpPr>
          <p:cNvPr id="1318" name="Google Shape;1318;g34d9c7f49ce_2_1146"/>
          <p:cNvSpPr txBox="1"/>
          <p:nvPr/>
        </p:nvSpPr>
        <p:spPr>
          <a:xfrm>
            <a:off x="1543671" y="1275606"/>
            <a:ext cx="26643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Form Nedir?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Formu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Debug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Arama Formu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Yönetim Paneli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Kayıt Ekleme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Kayıt Listeleme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Kayıt Güncelleme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Kayıt Silme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Form Models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Form Validations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File Upload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8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8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3" name="Shape 1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4" name="Google Shape;1324;g34d9c7f49ce_2_1153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325" name="Google Shape;1325;g34d9c7f49ce_2_1153"/>
          <p:cNvSpPr txBox="1"/>
          <p:nvPr/>
        </p:nvSpPr>
        <p:spPr>
          <a:xfrm>
            <a:off x="900657" y="2257400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Identity Nedir?</a:t>
            </a:r>
            <a:endParaRPr sz="150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0" name="Shape 1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" name="Google Shape;1331;g34d9c7f49ce_2_11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2" name="Google Shape;1332;g34d9c7f49ce_2_1159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333" name="Google Shape;1333;g34d9c7f49ce_2_1159"/>
          <p:cNvSpPr txBox="1"/>
          <p:nvPr/>
        </p:nvSpPr>
        <p:spPr>
          <a:xfrm>
            <a:off x="7" y="0"/>
            <a:ext cx="4603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Identity Nedir?</a:t>
            </a:r>
            <a:endParaRPr sz="80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8" name="Shape 1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Google Shape;1339;g34d9c7f49ce_2_1166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340" name="Google Shape;1340;g34d9c7f49ce_2_1166"/>
          <p:cNvSpPr txBox="1"/>
          <p:nvPr/>
        </p:nvSpPr>
        <p:spPr>
          <a:xfrm>
            <a:off x="7" y="0"/>
            <a:ext cx="4603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Identity Nedir?</a:t>
            </a:r>
            <a:endParaRPr sz="800"/>
          </a:p>
        </p:txBody>
      </p:sp>
      <p:sp>
        <p:nvSpPr>
          <p:cNvPr id="1341" name="Google Shape;1341;g34d9c7f49ce_2_1166"/>
          <p:cNvSpPr/>
          <p:nvPr/>
        </p:nvSpPr>
        <p:spPr>
          <a:xfrm>
            <a:off x="1688727" y="2334066"/>
            <a:ext cx="1512300" cy="3948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Proje</a:t>
            </a:r>
            <a:endParaRPr/>
          </a:p>
        </p:txBody>
      </p:sp>
      <p:sp>
        <p:nvSpPr>
          <p:cNvPr id="1342" name="Google Shape;1342;g34d9c7f49ce_2_1166"/>
          <p:cNvSpPr txBox="1"/>
          <p:nvPr/>
        </p:nvSpPr>
        <p:spPr>
          <a:xfrm>
            <a:off x="1503450" y="1344200"/>
            <a:ext cx="2041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250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Identity.EntityFrameworkCore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43" name="Google Shape;1343;g34d9c7f49ce_2_1166"/>
          <p:cNvCxnSpPr/>
          <p:nvPr/>
        </p:nvCxnSpPr>
        <p:spPr>
          <a:xfrm>
            <a:off x="2444885" y="1817015"/>
            <a:ext cx="0" cy="30990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1344" name="Google Shape;1344;g34d9c7f49ce_2_1166"/>
          <p:cNvSpPr/>
          <p:nvPr/>
        </p:nvSpPr>
        <p:spPr>
          <a:xfrm>
            <a:off x="3764427" y="2334066"/>
            <a:ext cx="1512300" cy="39480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Migrations</a:t>
            </a:r>
            <a:endParaRPr/>
          </a:p>
        </p:txBody>
      </p:sp>
      <p:cxnSp>
        <p:nvCxnSpPr>
          <p:cNvPr id="1345" name="Google Shape;1345;g34d9c7f49ce_2_1166"/>
          <p:cNvCxnSpPr/>
          <p:nvPr/>
        </p:nvCxnSpPr>
        <p:spPr>
          <a:xfrm rot="10800000">
            <a:off x="3429798" y="2376515"/>
            <a:ext cx="0" cy="30990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1346" name="Google Shape;1346;g34d9c7f49ce_2_1166"/>
          <p:cNvSpPr/>
          <p:nvPr/>
        </p:nvSpPr>
        <p:spPr>
          <a:xfrm>
            <a:off x="6509328" y="2099763"/>
            <a:ext cx="648000" cy="863400"/>
          </a:xfrm>
          <a:prstGeom prst="can">
            <a:avLst>
              <a:gd fmla="val 25000" name="adj"/>
            </a:avLst>
          </a:prstGeom>
          <a:solidFill>
            <a:schemeClr val="lt1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47" name="Google Shape;1347;g34d9c7f49ce_2_1166"/>
          <p:cNvCxnSpPr/>
          <p:nvPr/>
        </p:nvCxnSpPr>
        <p:spPr>
          <a:xfrm rot="10800000">
            <a:off x="5602548" y="2376515"/>
            <a:ext cx="0" cy="30990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pic>
        <p:nvPicPr>
          <p:cNvPr id="1348" name="Google Shape;1348;g34d9c7f49ce_2_11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44500" y="2340911"/>
            <a:ext cx="461658" cy="461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3" name="Shape 1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Google Shape;1354;g34d9c7f49ce_2_1180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355" name="Google Shape;1355;g34d9c7f49ce_2_1180"/>
          <p:cNvSpPr txBox="1"/>
          <p:nvPr/>
        </p:nvSpPr>
        <p:spPr>
          <a:xfrm>
            <a:off x="900657" y="2257400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Authentication</a:t>
            </a:r>
            <a:endParaRPr sz="150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0" name="Shape 1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Google Shape;1361;g34d9c7f49ce_2_1186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362" name="Google Shape;1362;g34d9c7f49ce_2_1186"/>
          <p:cNvSpPr txBox="1"/>
          <p:nvPr/>
        </p:nvSpPr>
        <p:spPr>
          <a:xfrm>
            <a:off x="1563157" y="1314125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Authentication</a:t>
            </a:r>
            <a:endParaRPr sz="1500"/>
          </a:p>
        </p:txBody>
      </p:sp>
      <p:sp>
        <p:nvSpPr>
          <p:cNvPr id="1363" name="Google Shape;1363;g34d9c7f49ce_2_1186"/>
          <p:cNvSpPr txBox="1"/>
          <p:nvPr/>
        </p:nvSpPr>
        <p:spPr>
          <a:xfrm>
            <a:off x="7" y="0"/>
            <a:ext cx="4603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Authentication</a:t>
            </a:r>
            <a:endParaRPr sz="800"/>
          </a:p>
        </p:txBody>
      </p:sp>
      <p:sp>
        <p:nvSpPr>
          <p:cNvPr id="1364" name="Google Shape;1364;g34d9c7f49ce_2_1186"/>
          <p:cNvSpPr txBox="1"/>
          <p:nvPr/>
        </p:nvSpPr>
        <p:spPr>
          <a:xfrm>
            <a:off x="1649782" y="1899650"/>
            <a:ext cx="4603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Cookie Based Authentication</a:t>
            </a:r>
            <a:endParaRPr sz="1200"/>
          </a:p>
        </p:txBody>
      </p:sp>
      <p:sp>
        <p:nvSpPr>
          <p:cNvPr id="1365" name="Google Shape;1365;g34d9c7f49ce_2_1186"/>
          <p:cNvSpPr txBox="1"/>
          <p:nvPr/>
        </p:nvSpPr>
        <p:spPr>
          <a:xfrm>
            <a:off x="1649782" y="2260188"/>
            <a:ext cx="4603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Token Based Authentication - JWT</a:t>
            </a:r>
            <a:endParaRPr sz="1200"/>
          </a:p>
        </p:txBody>
      </p:sp>
      <p:sp>
        <p:nvSpPr>
          <p:cNvPr id="1366" name="Google Shape;1366;g34d9c7f49ce_2_1186"/>
          <p:cNvSpPr txBox="1"/>
          <p:nvPr/>
        </p:nvSpPr>
        <p:spPr>
          <a:xfrm>
            <a:off x="1649782" y="2620725"/>
            <a:ext cx="4603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External Provider Authentication </a:t>
            </a:r>
            <a:endParaRPr sz="12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1" name="Shape 1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" name="Google Shape;1372;g34d9c7f49ce_2_1196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373" name="Google Shape;1373;g34d9c7f49ce_2_1196"/>
          <p:cNvSpPr txBox="1"/>
          <p:nvPr/>
        </p:nvSpPr>
        <p:spPr>
          <a:xfrm>
            <a:off x="7" y="0"/>
            <a:ext cx="4603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Cookie Based Authentication</a:t>
            </a:r>
            <a:endParaRPr sz="800"/>
          </a:p>
        </p:txBody>
      </p:sp>
      <p:pic>
        <p:nvPicPr>
          <p:cNvPr id="1374" name="Google Shape;1374;g34d9c7f49ce_2_11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54949" y="1893099"/>
            <a:ext cx="696600" cy="8621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5" name="Google Shape;1375;g34d9c7f49ce_2_119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47375" y="1893100"/>
            <a:ext cx="800275" cy="80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76" name="Google Shape;1376;g34d9c7f49ce_2_1196"/>
          <p:cNvCxnSpPr/>
          <p:nvPr/>
        </p:nvCxnSpPr>
        <p:spPr>
          <a:xfrm rot="10800000">
            <a:off x="3169356" y="2519365"/>
            <a:ext cx="2613600" cy="0"/>
          </a:xfrm>
          <a:prstGeom prst="straightConnector1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377" name="Google Shape;1377;g34d9c7f49ce_2_1196"/>
          <p:cNvCxnSpPr/>
          <p:nvPr/>
        </p:nvCxnSpPr>
        <p:spPr>
          <a:xfrm>
            <a:off x="3169342" y="2113876"/>
            <a:ext cx="26136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1378" name="Google Shape;1378;g34d9c7f49ce_2_1196"/>
          <p:cNvSpPr txBox="1"/>
          <p:nvPr/>
        </p:nvSpPr>
        <p:spPr>
          <a:xfrm>
            <a:off x="3660150" y="1616200"/>
            <a:ext cx="1632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localhost:5162/admin</a:t>
            </a:r>
            <a:endParaRPr sz="800"/>
          </a:p>
        </p:txBody>
      </p:sp>
      <p:sp>
        <p:nvSpPr>
          <p:cNvPr id="1379" name="Google Shape;1379;g34d9c7f49ce_2_1196"/>
          <p:cNvSpPr txBox="1"/>
          <p:nvPr/>
        </p:nvSpPr>
        <p:spPr>
          <a:xfrm>
            <a:off x="4106700" y="2624125"/>
            <a:ext cx="69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Login</a:t>
            </a:r>
            <a:endParaRPr sz="800"/>
          </a:p>
        </p:txBody>
      </p:sp>
      <p:sp>
        <p:nvSpPr>
          <p:cNvPr id="1380" name="Google Shape;1380;g34d9c7f49ce_2_1196"/>
          <p:cNvSpPr/>
          <p:nvPr/>
        </p:nvSpPr>
        <p:spPr>
          <a:xfrm>
            <a:off x="7314400" y="2142175"/>
            <a:ext cx="413700" cy="302100"/>
          </a:xfrm>
          <a:prstGeom prst="mathMultiply">
            <a:avLst>
              <a:gd fmla="val 23520" name="adj1"/>
            </a:avLst>
          </a:prstGeom>
          <a:solidFill>
            <a:schemeClr val="accen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5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g34d9c7f49ce_2_1209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387" name="Google Shape;1387;g34d9c7f49ce_2_1209"/>
          <p:cNvSpPr txBox="1"/>
          <p:nvPr/>
        </p:nvSpPr>
        <p:spPr>
          <a:xfrm>
            <a:off x="7" y="0"/>
            <a:ext cx="4603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Cookie Based Authentication</a:t>
            </a:r>
            <a:endParaRPr sz="800"/>
          </a:p>
        </p:txBody>
      </p:sp>
      <p:pic>
        <p:nvPicPr>
          <p:cNvPr id="1388" name="Google Shape;1388;g34d9c7f49ce_2_120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54949" y="1893099"/>
            <a:ext cx="696600" cy="8621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9" name="Google Shape;1389;g34d9c7f49ce_2_120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47375" y="1893100"/>
            <a:ext cx="800275" cy="80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90" name="Google Shape;1390;g34d9c7f49ce_2_1209"/>
          <p:cNvCxnSpPr/>
          <p:nvPr/>
        </p:nvCxnSpPr>
        <p:spPr>
          <a:xfrm rot="10800000">
            <a:off x="3169356" y="2519365"/>
            <a:ext cx="2613600" cy="0"/>
          </a:xfrm>
          <a:prstGeom prst="straightConnector1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391" name="Google Shape;1391;g34d9c7f49ce_2_1209"/>
          <p:cNvCxnSpPr/>
          <p:nvPr/>
        </p:nvCxnSpPr>
        <p:spPr>
          <a:xfrm>
            <a:off x="3169342" y="2113876"/>
            <a:ext cx="26136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1392" name="Google Shape;1392;g34d9c7f49ce_2_1209"/>
          <p:cNvSpPr txBox="1"/>
          <p:nvPr/>
        </p:nvSpPr>
        <p:spPr>
          <a:xfrm>
            <a:off x="3822900" y="1580675"/>
            <a:ext cx="1498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Email + Password</a:t>
            </a:r>
            <a:endParaRPr sz="800"/>
          </a:p>
        </p:txBody>
      </p:sp>
      <p:sp>
        <p:nvSpPr>
          <p:cNvPr id="1393" name="Google Shape;1393;g34d9c7f49ce_2_1209"/>
          <p:cNvSpPr txBox="1"/>
          <p:nvPr/>
        </p:nvSpPr>
        <p:spPr>
          <a:xfrm>
            <a:off x="4106700" y="2624125"/>
            <a:ext cx="69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Login</a:t>
            </a:r>
            <a:endParaRPr sz="800"/>
          </a:p>
        </p:txBody>
      </p:sp>
      <p:sp>
        <p:nvSpPr>
          <p:cNvPr id="1394" name="Google Shape;1394;g34d9c7f49ce_2_1209"/>
          <p:cNvSpPr/>
          <p:nvPr/>
        </p:nvSpPr>
        <p:spPr>
          <a:xfrm>
            <a:off x="7314400" y="2142175"/>
            <a:ext cx="413700" cy="302100"/>
          </a:xfrm>
          <a:prstGeom prst="mathMultiply">
            <a:avLst>
              <a:gd fmla="val 23520" name="adj1"/>
            </a:avLst>
          </a:prstGeom>
          <a:solidFill>
            <a:schemeClr val="accen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9" name="Shape 1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0" name="Google Shape;1400;g34d9c7f49ce_2_1222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401" name="Google Shape;1401;g34d9c7f49ce_2_1222"/>
          <p:cNvSpPr txBox="1"/>
          <p:nvPr/>
        </p:nvSpPr>
        <p:spPr>
          <a:xfrm>
            <a:off x="7" y="0"/>
            <a:ext cx="4603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Cookie Based Authentication</a:t>
            </a:r>
            <a:endParaRPr sz="800"/>
          </a:p>
        </p:txBody>
      </p:sp>
      <p:pic>
        <p:nvPicPr>
          <p:cNvPr id="1402" name="Google Shape;1402;g34d9c7f49ce_2_12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54949" y="1893099"/>
            <a:ext cx="696600" cy="8621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3" name="Google Shape;1403;g34d9c7f49ce_2_12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47375" y="1893100"/>
            <a:ext cx="800275" cy="80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04" name="Google Shape;1404;g34d9c7f49ce_2_1222"/>
          <p:cNvCxnSpPr/>
          <p:nvPr/>
        </p:nvCxnSpPr>
        <p:spPr>
          <a:xfrm rot="10800000">
            <a:off x="3169356" y="2519365"/>
            <a:ext cx="2613600" cy="0"/>
          </a:xfrm>
          <a:prstGeom prst="straightConnector1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405" name="Google Shape;1405;g34d9c7f49ce_2_1222"/>
          <p:cNvCxnSpPr/>
          <p:nvPr/>
        </p:nvCxnSpPr>
        <p:spPr>
          <a:xfrm>
            <a:off x="3169342" y="2113876"/>
            <a:ext cx="26136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1406" name="Google Shape;1406;g34d9c7f49ce_2_1222"/>
          <p:cNvSpPr txBox="1"/>
          <p:nvPr/>
        </p:nvSpPr>
        <p:spPr>
          <a:xfrm>
            <a:off x="3822900" y="1580675"/>
            <a:ext cx="1498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Email + Password</a:t>
            </a:r>
            <a:endParaRPr sz="800"/>
          </a:p>
        </p:txBody>
      </p:sp>
      <p:pic>
        <p:nvPicPr>
          <p:cNvPr id="1407" name="Google Shape;1407;g34d9c7f49ce_2_12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35425" y="2262913"/>
            <a:ext cx="361201" cy="361201"/>
          </a:xfrm>
          <a:prstGeom prst="rect">
            <a:avLst/>
          </a:prstGeom>
          <a:noFill/>
          <a:ln>
            <a:noFill/>
          </a:ln>
        </p:spPr>
      </p:pic>
      <p:sp>
        <p:nvSpPr>
          <p:cNvPr id="1408" name="Google Shape;1408;g34d9c7f49ce_2_1222"/>
          <p:cNvSpPr txBox="1"/>
          <p:nvPr/>
        </p:nvSpPr>
        <p:spPr>
          <a:xfrm>
            <a:off x="4106700" y="2624125"/>
            <a:ext cx="69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Cookie</a:t>
            </a:r>
            <a:endParaRPr sz="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3" name="Shape 1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4" name="Google Shape;1414;g34d9c7f49ce_2_1235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415" name="Google Shape;1415;g34d9c7f49ce_2_1235"/>
          <p:cNvSpPr txBox="1"/>
          <p:nvPr/>
        </p:nvSpPr>
        <p:spPr>
          <a:xfrm>
            <a:off x="7" y="0"/>
            <a:ext cx="4603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Cookie Based Authentication</a:t>
            </a:r>
            <a:endParaRPr sz="800"/>
          </a:p>
        </p:txBody>
      </p:sp>
      <p:pic>
        <p:nvPicPr>
          <p:cNvPr id="1416" name="Google Shape;1416;g34d9c7f49ce_2_12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54949" y="1893099"/>
            <a:ext cx="696600" cy="8621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7" name="Google Shape;1417;g34d9c7f49ce_2_12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47375" y="1893100"/>
            <a:ext cx="800275" cy="80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18" name="Google Shape;1418;g34d9c7f49ce_2_1235"/>
          <p:cNvCxnSpPr/>
          <p:nvPr/>
        </p:nvCxnSpPr>
        <p:spPr>
          <a:xfrm rot="10800000">
            <a:off x="3169356" y="2519365"/>
            <a:ext cx="2613600" cy="0"/>
          </a:xfrm>
          <a:prstGeom prst="straightConnector1">
            <a:avLst/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419" name="Google Shape;1419;g34d9c7f49ce_2_1235"/>
          <p:cNvCxnSpPr/>
          <p:nvPr/>
        </p:nvCxnSpPr>
        <p:spPr>
          <a:xfrm>
            <a:off x="3169342" y="2113876"/>
            <a:ext cx="2613600" cy="0"/>
          </a:xfrm>
          <a:prstGeom prst="straightConnector1">
            <a:avLst/>
          </a:prstGeom>
          <a:noFill/>
          <a:ln cap="flat" cmpd="sng" w="25400">
            <a:solidFill>
              <a:schemeClr val="accent2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7650"/>
              </a:srgbClr>
            </a:outerShdw>
          </a:effectLst>
        </p:spPr>
      </p:cxnSp>
      <p:sp>
        <p:nvSpPr>
          <p:cNvPr id="1420" name="Google Shape;1420;g34d9c7f49ce_2_1235"/>
          <p:cNvSpPr txBox="1"/>
          <p:nvPr/>
        </p:nvSpPr>
        <p:spPr>
          <a:xfrm>
            <a:off x="3609900" y="1616200"/>
            <a:ext cx="17325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localhost:5162/admin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21" name="Google Shape;1421;g34d9c7f49ce_2_12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35425" y="2262913"/>
            <a:ext cx="361201" cy="361201"/>
          </a:xfrm>
          <a:prstGeom prst="rect">
            <a:avLst/>
          </a:prstGeom>
          <a:noFill/>
          <a:ln>
            <a:noFill/>
          </a:ln>
        </p:spPr>
      </p:pic>
      <p:sp>
        <p:nvSpPr>
          <p:cNvPr id="1422" name="Google Shape;1422;g34d9c7f49ce_2_1235"/>
          <p:cNvSpPr txBox="1"/>
          <p:nvPr/>
        </p:nvSpPr>
        <p:spPr>
          <a:xfrm>
            <a:off x="3957900" y="2624125"/>
            <a:ext cx="1078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urunler.html</a:t>
            </a:r>
            <a:endParaRPr sz="800"/>
          </a:p>
        </p:txBody>
      </p:sp>
      <p:sp>
        <p:nvSpPr>
          <p:cNvPr id="1423" name="Google Shape;1423;g34d9c7f49ce_2_1235"/>
          <p:cNvSpPr txBox="1"/>
          <p:nvPr/>
        </p:nvSpPr>
        <p:spPr>
          <a:xfrm>
            <a:off x="1399212" y="2797375"/>
            <a:ext cx="69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Cookie</a:t>
            </a:r>
            <a:endParaRPr sz="800"/>
          </a:p>
        </p:txBody>
      </p:sp>
      <p:sp>
        <p:nvSpPr>
          <p:cNvPr id="1424" name="Google Shape;1424;g34d9c7f49ce_2_1235"/>
          <p:cNvSpPr txBox="1"/>
          <p:nvPr/>
        </p:nvSpPr>
        <p:spPr>
          <a:xfrm>
            <a:off x="6633762" y="2797375"/>
            <a:ext cx="69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Cookie</a:t>
            </a:r>
            <a:endParaRPr sz="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9" name="Shape 1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Google Shape;1430;g34d9c7f49ce_2_1250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431" name="Google Shape;1431;g34d9c7f49ce_2_1250"/>
          <p:cNvSpPr txBox="1"/>
          <p:nvPr/>
        </p:nvSpPr>
        <p:spPr>
          <a:xfrm>
            <a:off x="1563157" y="1314125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Authentication</a:t>
            </a:r>
            <a:endParaRPr sz="1500"/>
          </a:p>
        </p:txBody>
      </p:sp>
      <p:sp>
        <p:nvSpPr>
          <p:cNvPr id="1432" name="Google Shape;1432;g34d9c7f49ce_2_1250"/>
          <p:cNvSpPr txBox="1"/>
          <p:nvPr/>
        </p:nvSpPr>
        <p:spPr>
          <a:xfrm>
            <a:off x="7" y="0"/>
            <a:ext cx="4603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Authentication</a:t>
            </a:r>
            <a:endParaRPr sz="800"/>
          </a:p>
        </p:txBody>
      </p:sp>
      <p:sp>
        <p:nvSpPr>
          <p:cNvPr id="1433" name="Google Shape;1433;g34d9c7f49ce_2_1250"/>
          <p:cNvSpPr txBox="1"/>
          <p:nvPr/>
        </p:nvSpPr>
        <p:spPr>
          <a:xfrm>
            <a:off x="1649782" y="1899650"/>
            <a:ext cx="4603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Cookie Based Authentication</a:t>
            </a:r>
            <a:endParaRPr sz="1200"/>
          </a:p>
        </p:txBody>
      </p:sp>
      <p:sp>
        <p:nvSpPr>
          <p:cNvPr id="1434" name="Google Shape;1434;g34d9c7f49ce_2_1250"/>
          <p:cNvSpPr txBox="1"/>
          <p:nvPr/>
        </p:nvSpPr>
        <p:spPr>
          <a:xfrm>
            <a:off x="1649782" y="2260188"/>
            <a:ext cx="4603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Token Based Authentication - JWT</a:t>
            </a:r>
            <a:endParaRPr sz="1200"/>
          </a:p>
        </p:txBody>
      </p:sp>
      <p:sp>
        <p:nvSpPr>
          <p:cNvPr id="1435" name="Google Shape;1435;g34d9c7f49ce_2_1250"/>
          <p:cNvSpPr txBox="1"/>
          <p:nvPr/>
        </p:nvSpPr>
        <p:spPr>
          <a:xfrm>
            <a:off x="1649782" y="2620725"/>
            <a:ext cx="4603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External Provider Authentication </a:t>
            </a:r>
            <a:endParaRPr sz="120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0" name="Shape 1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1" name="Google Shape;1441;g34d9c7f49ce_2_1260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442" name="Google Shape;1442;g34d9c7f49ce_2_1260"/>
          <p:cNvSpPr txBox="1"/>
          <p:nvPr/>
        </p:nvSpPr>
        <p:spPr>
          <a:xfrm>
            <a:off x="900657" y="2257400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Role Tanımlama</a:t>
            </a:r>
            <a:endParaRPr sz="150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7" name="Shape 1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Google Shape;1448;g34d9c7f49ce_2_1266"/>
          <p:cNvSpPr/>
          <p:nvPr/>
        </p:nvSpPr>
        <p:spPr>
          <a:xfrm>
            <a:off x="746600" y="2757335"/>
            <a:ext cx="7569000" cy="14463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9" name="Google Shape;1449;g34d9c7f49ce_2_1266"/>
          <p:cNvSpPr/>
          <p:nvPr/>
        </p:nvSpPr>
        <p:spPr>
          <a:xfrm>
            <a:off x="787500" y="618650"/>
            <a:ext cx="7569000" cy="1420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0" name="Google Shape;1450;g34d9c7f49ce_2_1266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451" name="Google Shape;1451;g34d9c7f49ce_2_1266"/>
          <p:cNvSpPr txBox="1"/>
          <p:nvPr/>
        </p:nvSpPr>
        <p:spPr>
          <a:xfrm>
            <a:off x="7" y="0"/>
            <a:ext cx="4603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Authorization</a:t>
            </a:r>
            <a:endParaRPr sz="900"/>
          </a:p>
        </p:txBody>
      </p:sp>
      <p:sp>
        <p:nvSpPr>
          <p:cNvPr id="1452" name="Google Shape;1452;g34d9c7f49ce_2_1266"/>
          <p:cNvSpPr/>
          <p:nvPr/>
        </p:nvSpPr>
        <p:spPr>
          <a:xfrm>
            <a:off x="1197850" y="841225"/>
            <a:ext cx="1308900" cy="409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latin typeface="Calibri"/>
                <a:ea typeface="Calibri"/>
                <a:cs typeface="Calibri"/>
                <a:sym typeface="Calibri"/>
              </a:rPr>
              <a:t>User A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3" name="Google Shape;1453;g34d9c7f49ce_2_1266"/>
          <p:cNvSpPr/>
          <p:nvPr/>
        </p:nvSpPr>
        <p:spPr>
          <a:xfrm>
            <a:off x="1197850" y="1494376"/>
            <a:ext cx="1308900" cy="409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latin typeface="Calibri"/>
                <a:ea typeface="Calibri"/>
                <a:cs typeface="Calibri"/>
                <a:sym typeface="Calibri"/>
              </a:rPr>
              <a:t>User B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4" name="Google Shape;1454;g34d9c7f49ce_2_1266"/>
          <p:cNvSpPr txBox="1"/>
          <p:nvPr/>
        </p:nvSpPr>
        <p:spPr>
          <a:xfrm>
            <a:off x="3005875" y="907375"/>
            <a:ext cx="17325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localhost:5162/admin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5" name="Google Shape;1455;g34d9c7f49ce_2_1266"/>
          <p:cNvSpPr txBox="1"/>
          <p:nvPr/>
        </p:nvSpPr>
        <p:spPr>
          <a:xfrm>
            <a:off x="3005875" y="1560525"/>
            <a:ext cx="17325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localhost:5162/admin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6" name="Google Shape;1456;g34d9c7f49ce_2_1266"/>
          <p:cNvSpPr/>
          <p:nvPr/>
        </p:nvSpPr>
        <p:spPr>
          <a:xfrm>
            <a:off x="1156950" y="2911139"/>
            <a:ext cx="1308900" cy="409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latin typeface="Calibri"/>
                <a:ea typeface="Calibri"/>
                <a:cs typeface="Calibri"/>
                <a:sym typeface="Calibri"/>
              </a:rPr>
              <a:t>User C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7" name="Google Shape;1457;g34d9c7f49ce_2_1266"/>
          <p:cNvSpPr txBox="1"/>
          <p:nvPr/>
        </p:nvSpPr>
        <p:spPr>
          <a:xfrm>
            <a:off x="2964975" y="2977288"/>
            <a:ext cx="17325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localhost:5162/admin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58" name="Google Shape;1458;g34d9c7f49ce_2_12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67684" y="907373"/>
            <a:ext cx="338282" cy="338278"/>
          </a:xfrm>
          <a:prstGeom prst="rect">
            <a:avLst/>
          </a:prstGeom>
          <a:noFill/>
          <a:ln>
            <a:noFill/>
          </a:ln>
        </p:spPr>
      </p:pic>
      <p:sp>
        <p:nvSpPr>
          <p:cNvPr id="1459" name="Google Shape;1459;g34d9c7f49ce_2_1266"/>
          <p:cNvSpPr/>
          <p:nvPr/>
        </p:nvSpPr>
        <p:spPr>
          <a:xfrm>
            <a:off x="5002275" y="2974284"/>
            <a:ext cx="387300" cy="282900"/>
          </a:xfrm>
          <a:prstGeom prst="mathMultiply">
            <a:avLst>
              <a:gd fmla="val 23520" name="adj1"/>
            </a:avLst>
          </a:prstGeom>
          <a:solidFill>
            <a:schemeClr val="accen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60" name="Google Shape;1460;g34d9c7f49ce_2_12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67684" y="1529828"/>
            <a:ext cx="338282" cy="338278"/>
          </a:xfrm>
          <a:prstGeom prst="rect">
            <a:avLst/>
          </a:prstGeom>
          <a:noFill/>
          <a:ln>
            <a:noFill/>
          </a:ln>
        </p:spPr>
      </p:pic>
      <p:sp>
        <p:nvSpPr>
          <p:cNvPr id="1461" name="Google Shape;1461;g34d9c7f49ce_2_1266"/>
          <p:cNvSpPr txBox="1"/>
          <p:nvPr/>
        </p:nvSpPr>
        <p:spPr>
          <a:xfrm>
            <a:off x="5694375" y="2977288"/>
            <a:ext cx="1886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localhost:5162/customer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62" name="Google Shape;1462;g34d9c7f49ce_2_12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95309" y="2946603"/>
            <a:ext cx="338282" cy="338278"/>
          </a:xfrm>
          <a:prstGeom prst="rect">
            <a:avLst/>
          </a:prstGeom>
          <a:noFill/>
          <a:ln>
            <a:noFill/>
          </a:ln>
        </p:spPr>
      </p:pic>
      <p:sp>
        <p:nvSpPr>
          <p:cNvPr id="1463" name="Google Shape;1463;g34d9c7f49ce_2_1266"/>
          <p:cNvSpPr txBox="1"/>
          <p:nvPr/>
        </p:nvSpPr>
        <p:spPr>
          <a:xfrm>
            <a:off x="5735275" y="907363"/>
            <a:ext cx="1886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localhost:5162/customer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4" name="Google Shape;1464;g34d9c7f49ce_2_1266"/>
          <p:cNvSpPr txBox="1"/>
          <p:nvPr/>
        </p:nvSpPr>
        <p:spPr>
          <a:xfrm>
            <a:off x="5735275" y="1575863"/>
            <a:ext cx="1886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localhost:5162/customer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5" name="Google Shape;1465;g34d9c7f49ce_2_1266"/>
          <p:cNvSpPr/>
          <p:nvPr/>
        </p:nvSpPr>
        <p:spPr>
          <a:xfrm>
            <a:off x="7711700" y="904371"/>
            <a:ext cx="387300" cy="282900"/>
          </a:xfrm>
          <a:prstGeom prst="mathMultiply">
            <a:avLst>
              <a:gd fmla="val 23520" name="adj1"/>
            </a:avLst>
          </a:prstGeom>
          <a:solidFill>
            <a:schemeClr val="accen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6" name="Google Shape;1466;g34d9c7f49ce_2_1266"/>
          <p:cNvSpPr/>
          <p:nvPr/>
        </p:nvSpPr>
        <p:spPr>
          <a:xfrm>
            <a:off x="7711700" y="1572871"/>
            <a:ext cx="387300" cy="282900"/>
          </a:xfrm>
          <a:prstGeom prst="mathMultiply">
            <a:avLst>
              <a:gd fmla="val 23520" name="adj1"/>
            </a:avLst>
          </a:prstGeom>
          <a:solidFill>
            <a:schemeClr val="accen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7" name="Google Shape;1467;g34d9c7f49ce_2_1266"/>
          <p:cNvSpPr/>
          <p:nvPr/>
        </p:nvSpPr>
        <p:spPr>
          <a:xfrm>
            <a:off x="1156950" y="3564289"/>
            <a:ext cx="1308900" cy="409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latin typeface="Calibri"/>
                <a:ea typeface="Calibri"/>
                <a:cs typeface="Calibri"/>
                <a:sym typeface="Calibri"/>
              </a:rPr>
              <a:t>User D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8" name="Google Shape;1468;g34d9c7f49ce_2_1266"/>
          <p:cNvSpPr txBox="1"/>
          <p:nvPr/>
        </p:nvSpPr>
        <p:spPr>
          <a:xfrm>
            <a:off x="2964975" y="3630438"/>
            <a:ext cx="17325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localhost:5162/admin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9" name="Google Shape;1469;g34d9c7f49ce_2_1266"/>
          <p:cNvSpPr/>
          <p:nvPr/>
        </p:nvSpPr>
        <p:spPr>
          <a:xfrm>
            <a:off x="5002275" y="3627434"/>
            <a:ext cx="387300" cy="282900"/>
          </a:xfrm>
          <a:prstGeom prst="mathMultiply">
            <a:avLst>
              <a:gd fmla="val 23520" name="adj1"/>
            </a:avLst>
          </a:prstGeom>
          <a:solidFill>
            <a:schemeClr val="accen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0" name="Google Shape;1470;g34d9c7f49ce_2_1266"/>
          <p:cNvSpPr txBox="1"/>
          <p:nvPr/>
        </p:nvSpPr>
        <p:spPr>
          <a:xfrm>
            <a:off x="5694375" y="3630438"/>
            <a:ext cx="1886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localhost:5162/customer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71" name="Google Shape;1471;g34d9c7f49ce_2_12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95309" y="3599753"/>
            <a:ext cx="338282" cy="338278"/>
          </a:xfrm>
          <a:prstGeom prst="rect">
            <a:avLst/>
          </a:prstGeom>
          <a:noFill/>
          <a:ln>
            <a:noFill/>
          </a:ln>
        </p:spPr>
      </p:pic>
      <p:sp>
        <p:nvSpPr>
          <p:cNvPr id="1472" name="Google Shape;1472;g34d9c7f49ce_2_1266"/>
          <p:cNvSpPr txBox="1"/>
          <p:nvPr/>
        </p:nvSpPr>
        <p:spPr>
          <a:xfrm>
            <a:off x="7212201" y="226275"/>
            <a:ext cx="1226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Admin</a:t>
            </a:r>
            <a:endParaRPr sz="900"/>
          </a:p>
        </p:txBody>
      </p:sp>
      <p:sp>
        <p:nvSpPr>
          <p:cNvPr id="1473" name="Google Shape;1473;g34d9c7f49ce_2_1266"/>
          <p:cNvSpPr txBox="1"/>
          <p:nvPr/>
        </p:nvSpPr>
        <p:spPr>
          <a:xfrm>
            <a:off x="7171301" y="2423788"/>
            <a:ext cx="1226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Customer</a:t>
            </a:r>
            <a:endParaRPr sz="9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8" name="Shape 1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9" name="Google Shape;1479;g34d9c7f49ce_2_1296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480" name="Google Shape;1480;g34d9c7f49ce_2_1296"/>
          <p:cNvSpPr txBox="1"/>
          <p:nvPr/>
        </p:nvSpPr>
        <p:spPr>
          <a:xfrm>
            <a:off x="900657" y="2257400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 Öğreniyoruz?</a:t>
            </a:r>
            <a:endParaRPr sz="150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5" name="Shape 1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6" name="Google Shape;1486;g34d9c7f49ce_2_1302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487" name="Google Shape;1487;g34d9c7f49ce_2_1302"/>
          <p:cNvSpPr txBox="1"/>
          <p:nvPr/>
        </p:nvSpPr>
        <p:spPr>
          <a:xfrm>
            <a:off x="1552003" y="843550"/>
            <a:ext cx="2887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Kullanıcı Yönetimi</a:t>
            </a:r>
            <a:endParaRPr/>
          </a:p>
        </p:txBody>
      </p:sp>
      <p:sp>
        <p:nvSpPr>
          <p:cNvPr id="1488" name="Google Shape;1488;g34d9c7f49ce_2_1302"/>
          <p:cNvSpPr txBox="1"/>
          <p:nvPr/>
        </p:nvSpPr>
        <p:spPr>
          <a:xfrm>
            <a:off x="1543671" y="1275606"/>
            <a:ext cx="2664300" cy="28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Identity Nedir?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Entity Framework Core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Kullanıcı Oluşturma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Kullanıcı Listesi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Authentication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Cookie Authentication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Identity Ayarları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Roller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Kullanıcı Rol İlişkilendirmesi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Authorization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Parola Güncelleme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Şifremi Unuttum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Email Gönderme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8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8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8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8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8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8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8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8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8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8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8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8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88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8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88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3" name="Shape 1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4" name="Google Shape;1494;g34d9c7f49ce_2_1309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495" name="Google Shape;1495;g34d9c7f49ce_2_1309"/>
          <p:cNvSpPr txBox="1"/>
          <p:nvPr/>
        </p:nvSpPr>
        <p:spPr>
          <a:xfrm>
            <a:off x="900657" y="2257400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Cart Entities</a:t>
            </a:r>
            <a:endParaRPr sz="150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0" name="Shape 1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1" name="Google Shape;1501;g34d9c7f49ce_2_1315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502" name="Google Shape;1502;g34d9c7f49ce_2_1315"/>
          <p:cNvSpPr txBox="1"/>
          <p:nvPr/>
        </p:nvSpPr>
        <p:spPr>
          <a:xfrm>
            <a:off x="7" y="0"/>
            <a:ext cx="4603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Cart Entities</a:t>
            </a:r>
            <a:endParaRPr sz="800"/>
          </a:p>
        </p:txBody>
      </p:sp>
      <p:graphicFrame>
        <p:nvGraphicFramePr>
          <p:cNvPr id="1503" name="Google Shape;1503;g34d9c7f49ce_2_1315"/>
          <p:cNvGraphicFramePr/>
          <p:nvPr/>
        </p:nvGraphicFramePr>
        <p:xfrm>
          <a:off x="4071144" y="98561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{5E228032-893A-4CB6-8A92-B825CBA227A9}</a:tableStyleId>
              </a:tblPr>
              <a:tblGrid>
                <a:gridCol w="382900"/>
                <a:gridCol w="1288850"/>
                <a:gridCol w="1288850"/>
                <a:gridCol w="1288850"/>
              </a:tblGrid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id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CartId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UrunId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Miktar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3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3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2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504" name="Google Shape;1504;g34d9c7f49ce_2_1315"/>
          <p:cNvSpPr txBox="1"/>
          <p:nvPr/>
        </p:nvSpPr>
        <p:spPr>
          <a:xfrm>
            <a:off x="747220" y="531550"/>
            <a:ext cx="460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Cart</a:t>
            </a:r>
            <a:endParaRPr sz="1000"/>
          </a:p>
        </p:txBody>
      </p:sp>
      <p:sp>
        <p:nvSpPr>
          <p:cNvPr id="1505" name="Google Shape;1505;g34d9c7f49ce_2_1315"/>
          <p:cNvSpPr txBox="1"/>
          <p:nvPr/>
        </p:nvSpPr>
        <p:spPr>
          <a:xfrm>
            <a:off x="3991743" y="624875"/>
            <a:ext cx="890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CartItem</a:t>
            </a:r>
            <a:endParaRPr sz="1000"/>
          </a:p>
        </p:txBody>
      </p:sp>
      <p:graphicFrame>
        <p:nvGraphicFramePr>
          <p:cNvPr id="1506" name="Google Shape;1506;g34d9c7f49ce_2_1315"/>
          <p:cNvGraphicFramePr/>
          <p:nvPr/>
        </p:nvGraphicFramePr>
        <p:xfrm>
          <a:off x="848822" y="93266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{5E228032-893A-4CB6-8A92-B825CBA227A9}</a:tableStyleId>
              </a:tblPr>
              <a:tblGrid>
                <a:gridCol w="382325"/>
                <a:gridCol w="1964900"/>
              </a:tblGrid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 u="none" cap="none" strike="noStrike"/>
                        <a:t>id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CustomerId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Ahmet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Mehmet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3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Ayşe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graphicFrame>
        <p:nvGraphicFramePr>
          <p:cNvPr id="1507" name="Google Shape;1507;g34d9c7f49ce_2_1315"/>
          <p:cNvGraphicFramePr/>
          <p:nvPr/>
        </p:nvGraphicFramePr>
        <p:xfrm>
          <a:off x="4071147" y="301056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{5E228032-893A-4CB6-8A92-B825CBA227A9}</a:tableStyleId>
              </a:tblPr>
              <a:tblGrid>
                <a:gridCol w="382325"/>
                <a:gridCol w="1964900"/>
              </a:tblGrid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 u="none" cap="none" strike="noStrike"/>
                        <a:t>id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UrunAdi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Ürün 1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 sz="1400"/>
                        <a:t>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Ürün 2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66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/>
                        <a:t>3</a:t>
                      </a:r>
                      <a:endParaRPr sz="14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tr-TR">
                          <a:solidFill>
                            <a:schemeClr val="dk1"/>
                          </a:solidFill>
                        </a:rPr>
                        <a:t>Ürün 3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508" name="Google Shape;1508;g34d9c7f49ce_2_1315"/>
          <p:cNvSpPr txBox="1"/>
          <p:nvPr/>
        </p:nvSpPr>
        <p:spPr>
          <a:xfrm>
            <a:off x="3991743" y="2621175"/>
            <a:ext cx="890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Urun</a:t>
            </a:r>
            <a:endParaRPr sz="100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3" name="Shape 1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Google Shape;1514;g34d9c7f49ce_2_1327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515" name="Google Shape;1515;g34d9c7f49ce_2_1327"/>
          <p:cNvSpPr txBox="1"/>
          <p:nvPr/>
        </p:nvSpPr>
        <p:spPr>
          <a:xfrm>
            <a:off x="900657" y="2257400"/>
            <a:ext cx="460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 Öğreniyoruz?</a:t>
            </a:r>
            <a:endParaRPr sz="150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0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g34d9c7f49ce_2_1333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522" name="Google Shape;1522;g34d9c7f49ce_2_1333"/>
          <p:cNvSpPr txBox="1"/>
          <p:nvPr/>
        </p:nvSpPr>
        <p:spPr>
          <a:xfrm>
            <a:off x="1552003" y="843550"/>
            <a:ext cx="2887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Sepet, Sipariş ve Ödeme</a:t>
            </a:r>
            <a:endParaRPr/>
          </a:p>
        </p:txBody>
      </p:sp>
      <p:sp>
        <p:nvSpPr>
          <p:cNvPr id="1523" name="Google Shape;1523;g34d9c7f49ce_2_1333"/>
          <p:cNvSpPr txBox="1"/>
          <p:nvPr/>
        </p:nvSpPr>
        <p:spPr>
          <a:xfrm>
            <a:off x="1543677" y="1275600"/>
            <a:ext cx="4287300" cy="28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Alışveriş Sepeti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Sepete Ürün Ekleme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Sepetten Ürün Silme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Cookie ile Alışveriş Sepeti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 ile Alışveriş Sepeti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CartService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Sipariş Yönetimi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Siparişin Kayıt Edilmesi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Yönetici Sipariş Listeleme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Müşteri Siparişlerinin Listelenmesi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Kredi Kartı Ödemesi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 Veritabanı Kullanımı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2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2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2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2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2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2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2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2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2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2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2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2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2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8" name="Shape 1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9" name="Google Shape;1529;p36"/>
          <p:cNvSpPr txBox="1"/>
          <p:nvPr/>
        </p:nvSpPr>
        <p:spPr>
          <a:xfrm>
            <a:off x="6948264" y="4587974"/>
            <a:ext cx="2162708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0" name="Google Shape;1530;p36"/>
          <p:cNvSpPr txBox="1"/>
          <p:nvPr/>
        </p:nvSpPr>
        <p:spPr>
          <a:xfrm>
            <a:off x="1058392" y="2242116"/>
            <a:ext cx="2445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React </a:t>
            </a:r>
            <a:r>
              <a:rPr b="1" i="0" lang="tr-TR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Nedir?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5" name="Shape 1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" name="Google Shape;1536;g34a49210254_0_0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7" name="Google Shape;1537;g34a49210254_0_0"/>
          <p:cNvSpPr txBox="1"/>
          <p:nvPr/>
        </p:nvSpPr>
        <p:spPr>
          <a:xfrm>
            <a:off x="1058392" y="927566"/>
            <a:ext cx="2445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React </a:t>
            </a:r>
            <a:r>
              <a:rPr b="1" i="0" lang="tr-TR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Nedir?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8" name="Google Shape;1538;g34a49210254_0_0"/>
          <p:cNvSpPr txBox="1"/>
          <p:nvPr/>
        </p:nvSpPr>
        <p:spPr>
          <a:xfrm>
            <a:off x="1383733" y="1608750"/>
            <a:ext cx="7586100" cy="33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275" lIns="90575" spcFirstLastPara="1" rIns="90575" wrap="square" tIns="45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React bir Javascript kütüphanesidir.</a:t>
            </a:r>
            <a:endParaRPr b="1" sz="16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3" name="Shape 1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4" name="Google Shape;1544;g34a49210254_0_7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5" name="Google Shape;1545;g34a49210254_0_7"/>
          <p:cNvSpPr txBox="1"/>
          <p:nvPr/>
        </p:nvSpPr>
        <p:spPr>
          <a:xfrm>
            <a:off x="1157000" y="1401100"/>
            <a:ext cx="195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/>
              <a:t>npm install react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200">
                <a:solidFill>
                  <a:schemeClr val="dk1"/>
                </a:solidFill>
              </a:rPr>
              <a:t>npm install react-dom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546" name="Google Shape;1546;g34a49210254_0_7"/>
          <p:cNvSpPr txBox="1"/>
          <p:nvPr/>
        </p:nvSpPr>
        <p:spPr>
          <a:xfrm>
            <a:off x="1157001" y="795850"/>
            <a:ext cx="3722400" cy="3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275" lIns="90575" spcFirstLastPara="1" rIns="90575" wrap="square" tIns="45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7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React Library</a:t>
            </a:r>
            <a:endParaRPr b="1" sz="17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7" name="Google Shape;1547;g34a49210254_0_7"/>
          <p:cNvSpPr txBox="1"/>
          <p:nvPr/>
        </p:nvSpPr>
        <p:spPr>
          <a:xfrm>
            <a:off x="1157001" y="2699975"/>
            <a:ext cx="3722400" cy="3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275" lIns="90575" spcFirstLastPara="1" rIns="90575" wrap="square" tIns="45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7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React Projesi</a:t>
            </a:r>
            <a:endParaRPr b="1" sz="17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8" name="Google Shape;1548;g34a49210254_0_7"/>
          <p:cNvSpPr/>
          <p:nvPr/>
        </p:nvSpPr>
        <p:spPr>
          <a:xfrm>
            <a:off x="648550" y="788200"/>
            <a:ext cx="373800" cy="368400"/>
          </a:xfrm>
          <a:prstGeom prst="ellipse">
            <a:avLst/>
          </a:prstGeom>
          <a:solidFill>
            <a:srgbClr val="4F81BD"/>
          </a:solidFill>
          <a:ln cap="flat" cmpd="sng" w="9525">
            <a:solidFill>
              <a:srgbClr val="445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7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9" name="Google Shape;1549;g34a49210254_0_7"/>
          <p:cNvSpPr/>
          <p:nvPr/>
        </p:nvSpPr>
        <p:spPr>
          <a:xfrm>
            <a:off x="648550" y="2692325"/>
            <a:ext cx="373800" cy="368400"/>
          </a:xfrm>
          <a:prstGeom prst="ellipse">
            <a:avLst/>
          </a:prstGeom>
          <a:solidFill>
            <a:srgbClr val="4F81BD"/>
          </a:solidFill>
          <a:ln cap="flat" cmpd="sng" w="9525">
            <a:solidFill>
              <a:srgbClr val="445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7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50" name="Google Shape;1550;g34a49210254_0_7" title="imag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92875" y="1401100"/>
            <a:ext cx="1424775" cy="6460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1" name="Google Shape;1551;g34a49210254_0_7" title="1_2oFQSz02MxMO0oLsab77MA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8550" y="3381275"/>
            <a:ext cx="1843576" cy="962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2" name="Google Shape;1552;g34a49210254_0_7" title="nextj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56021" y="3457250"/>
            <a:ext cx="1559112" cy="96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7" name="Shape 1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8" name="Google Shape;1558;g34a49210254_0_23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9" name="Google Shape;1559;g34a49210254_0_23"/>
          <p:cNvSpPr txBox="1"/>
          <p:nvPr/>
        </p:nvSpPr>
        <p:spPr>
          <a:xfrm>
            <a:off x="1058392" y="927566"/>
            <a:ext cx="2445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React </a:t>
            </a:r>
            <a:r>
              <a:rPr b="1" i="0" lang="tr-TR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Nedir?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0" name="Google Shape;1560;g34a49210254_0_23"/>
          <p:cNvSpPr txBox="1"/>
          <p:nvPr/>
        </p:nvSpPr>
        <p:spPr>
          <a:xfrm>
            <a:off x="1383733" y="1608750"/>
            <a:ext cx="7586100" cy="33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275" lIns="90575" spcFirstLastPara="1" rIns="90575" wrap="square" tIns="45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React bir Javascript kütüphanesidir.</a:t>
            </a:r>
            <a:endParaRPr b="1" sz="16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1" name="Google Shape;1561;g34a49210254_0_23"/>
          <p:cNvSpPr txBox="1"/>
          <p:nvPr/>
        </p:nvSpPr>
        <p:spPr>
          <a:xfrm>
            <a:off x="1383733" y="1993975"/>
            <a:ext cx="7586100" cy="33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275" lIns="90575" spcFirstLastPara="1" rIns="90575" wrap="square" tIns="45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React ile kolaylıkla dinamik görüntü oluşturabiliriz. (View)</a:t>
            </a:r>
            <a:endParaRPr b="1" sz="16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6" name="Shape 1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Google Shape;1567;g34a49210254_0_31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8" name="Google Shape;1568;g34a49210254_0_31"/>
          <p:cNvSpPr txBox="1"/>
          <p:nvPr/>
        </p:nvSpPr>
        <p:spPr>
          <a:xfrm>
            <a:off x="5252363" y="2176375"/>
            <a:ext cx="5554500" cy="104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function App() {</a:t>
            </a:r>
            <a:endParaRPr b="1" sz="15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   return &lt;h1&gt;</a:t>
            </a:r>
            <a:r>
              <a:rPr b="1" lang="tr-TR" sz="15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Merhaba React</a:t>
            </a:r>
            <a:r>
              <a:rPr b="1" lang="tr-TR" sz="15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&lt;/h1&gt;;</a:t>
            </a:r>
            <a:endParaRPr b="1" sz="15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}</a:t>
            </a:r>
            <a:endParaRPr sz="1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569" name="Google Shape;1569;g34a49210254_0_31"/>
          <p:cNvSpPr txBox="1"/>
          <p:nvPr/>
        </p:nvSpPr>
        <p:spPr>
          <a:xfrm>
            <a:off x="413225" y="2176400"/>
            <a:ext cx="5070000" cy="104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function App() {</a:t>
            </a:r>
            <a:endParaRPr b="1" sz="15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     return "&lt;h1&gt;Merhaba React&lt;/h1&gt;";</a:t>
            </a:r>
            <a:endParaRPr b="1" sz="15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}</a:t>
            </a:r>
            <a:endParaRPr sz="500"/>
          </a:p>
        </p:txBody>
      </p:sp>
      <p:cxnSp>
        <p:nvCxnSpPr>
          <p:cNvPr id="1570" name="Google Shape;1570;g34a49210254_0_31"/>
          <p:cNvCxnSpPr/>
          <p:nvPr/>
        </p:nvCxnSpPr>
        <p:spPr>
          <a:xfrm>
            <a:off x="4546075" y="546050"/>
            <a:ext cx="0" cy="4302900"/>
          </a:xfrm>
          <a:prstGeom prst="straightConnector1">
            <a:avLst/>
          </a:prstGeom>
          <a:noFill/>
          <a:ln cap="flat" cmpd="sng" w="9525">
            <a:solidFill>
              <a:srgbClr val="44546A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71" name="Google Shape;1571;g34a49210254_0_31"/>
          <p:cNvSpPr txBox="1"/>
          <p:nvPr/>
        </p:nvSpPr>
        <p:spPr>
          <a:xfrm rot="756">
            <a:off x="5328157" y="3687736"/>
            <a:ext cx="2729100" cy="431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JSX - Javascript XML</a:t>
            </a:r>
            <a:endParaRPr b="1" sz="1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2" name="Google Shape;1572;g34a49210254_0_31"/>
          <p:cNvSpPr txBox="1"/>
          <p:nvPr/>
        </p:nvSpPr>
        <p:spPr>
          <a:xfrm>
            <a:off x="419850" y="774250"/>
            <a:ext cx="27291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Javascript</a:t>
            </a:r>
            <a:endParaRPr b="1"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3" name="Google Shape;1573;g34a49210254_0_31"/>
          <p:cNvSpPr txBox="1"/>
          <p:nvPr/>
        </p:nvSpPr>
        <p:spPr>
          <a:xfrm>
            <a:off x="5252375" y="774250"/>
            <a:ext cx="27291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React</a:t>
            </a:r>
            <a:endParaRPr b="1"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8" name="Shape 1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9" name="Google Shape;1579;g34a49210254_0_45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0" name="Google Shape;1580;g34a49210254_0_45"/>
          <p:cNvSpPr txBox="1"/>
          <p:nvPr/>
        </p:nvSpPr>
        <p:spPr>
          <a:xfrm>
            <a:off x="5252363" y="2176375"/>
            <a:ext cx="5554500" cy="13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function App() {</a:t>
            </a:r>
            <a:endParaRPr b="1" sz="15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b="1" lang="tr-TR" sz="15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const mesaj = "Merhaba";</a:t>
            </a:r>
            <a:endParaRPr b="1" sz="15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   return &lt;h1&gt;</a:t>
            </a:r>
            <a:r>
              <a:rPr b="1" lang="tr-TR" sz="15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{mesaj}</a:t>
            </a:r>
            <a:r>
              <a:rPr b="1" lang="tr-TR" sz="15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React&lt;/h1&gt;;</a:t>
            </a:r>
            <a:endParaRPr b="1" sz="15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}</a:t>
            </a:r>
            <a:endParaRPr sz="1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581" name="Google Shape;1581;g34a49210254_0_45"/>
          <p:cNvSpPr txBox="1"/>
          <p:nvPr/>
        </p:nvSpPr>
        <p:spPr>
          <a:xfrm>
            <a:off x="413225" y="2176400"/>
            <a:ext cx="5070000" cy="14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function App() {</a:t>
            </a:r>
            <a:endParaRPr b="1" sz="15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     const mesaj = "Merhaba";</a:t>
            </a:r>
            <a:endParaRPr b="1" sz="15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     return </a:t>
            </a:r>
            <a:r>
              <a:rPr b="1" lang="tr-TR" sz="18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b="1" lang="tr-TR" sz="15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&lt;h1&gt;</a:t>
            </a:r>
            <a:r>
              <a:rPr b="1" lang="tr-TR" sz="15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${mesaj} </a:t>
            </a:r>
            <a:r>
              <a:rPr b="1" lang="tr-TR" sz="15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React&lt;/h1&gt;</a:t>
            </a:r>
            <a:r>
              <a:rPr b="1" lang="tr-TR" sz="18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b="1" lang="tr-TR" sz="15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;</a:t>
            </a:r>
            <a:endParaRPr b="1" sz="15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}</a:t>
            </a:r>
            <a:endParaRPr sz="500"/>
          </a:p>
        </p:txBody>
      </p:sp>
      <p:cxnSp>
        <p:nvCxnSpPr>
          <p:cNvPr id="1582" name="Google Shape;1582;g34a49210254_0_45"/>
          <p:cNvCxnSpPr/>
          <p:nvPr/>
        </p:nvCxnSpPr>
        <p:spPr>
          <a:xfrm>
            <a:off x="4546075" y="546050"/>
            <a:ext cx="0" cy="4302900"/>
          </a:xfrm>
          <a:prstGeom prst="straightConnector1">
            <a:avLst/>
          </a:prstGeom>
          <a:noFill/>
          <a:ln cap="flat" cmpd="sng" w="9525">
            <a:solidFill>
              <a:srgbClr val="44546A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83" name="Google Shape;1583;g34a49210254_0_45"/>
          <p:cNvSpPr txBox="1"/>
          <p:nvPr/>
        </p:nvSpPr>
        <p:spPr>
          <a:xfrm rot="756">
            <a:off x="5328157" y="3687736"/>
            <a:ext cx="2729100" cy="431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JSX - Javascript XML</a:t>
            </a:r>
            <a:endParaRPr b="1" sz="1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4" name="Google Shape;1584;g34a49210254_0_45"/>
          <p:cNvSpPr txBox="1"/>
          <p:nvPr/>
        </p:nvSpPr>
        <p:spPr>
          <a:xfrm>
            <a:off x="419850" y="774250"/>
            <a:ext cx="27291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Javascript</a:t>
            </a:r>
            <a:endParaRPr b="1"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5" name="Google Shape;1585;g34a49210254_0_45"/>
          <p:cNvSpPr txBox="1"/>
          <p:nvPr/>
        </p:nvSpPr>
        <p:spPr>
          <a:xfrm>
            <a:off x="5252375" y="774250"/>
            <a:ext cx="27291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React</a:t>
            </a:r>
            <a:endParaRPr b="1"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0" name="Shape 1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1" name="Google Shape;1591;g34a49210254_0_58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2" name="Google Shape;1592;g34a49210254_0_58"/>
          <p:cNvSpPr txBox="1"/>
          <p:nvPr/>
        </p:nvSpPr>
        <p:spPr>
          <a:xfrm>
            <a:off x="553200" y="1294200"/>
            <a:ext cx="4708800" cy="255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function List() {</a:t>
            </a:r>
            <a:endParaRPr b="1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   const people = [ 'Ali', Ayşe', 'Ahmet' ];</a:t>
            </a:r>
            <a:endParaRPr b="1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    const listItems = people.map(person =&gt;</a:t>
            </a:r>
            <a:endParaRPr b="1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   	 &lt;li&gt;{person}&lt;/li&gt;</a:t>
            </a:r>
            <a:endParaRPr b="1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    );</a:t>
            </a:r>
            <a:endParaRPr b="1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    return &lt;ul&gt;{listItems}&lt;/ul&gt;;</a:t>
            </a:r>
            <a:endParaRPr b="1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}</a:t>
            </a:r>
            <a:endParaRPr b="1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3" name="Google Shape;1593;g34a49210254_0_58"/>
          <p:cNvSpPr txBox="1"/>
          <p:nvPr/>
        </p:nvSpPr>
        <p:spPr>
          <a:xfrm>
            <a:off x="6536300" y="1940700"/>
            <a:ext cx="47088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&lt;ul&gt;</a:t>
            </a:r>
            <a:endParaRPr b="1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  &lt;li&gt;Ali&lt;/li&gt;</a:t>
            </a:r>
            <a:endParaRPr b="1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  &lt;li&gt;Ayşe&lt;/li&gt;</a:t>
            </a:r>
            <a:endParaRPr b="1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tr-TR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  &lt;li&gt;Ahmet&lt;/li&gt;</a:t>
            </a:r>
            <a:endParaRPr b="1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&lt;/ul&gt;</a:t>
            </a:r>
            <a:endParaRPr b="1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4" name="Google Shape;1594;g34a49210254_0_58"/>
          <p:cNvSpPr/>
          <p:nvPr/>
        </p:nvSpPr>
        <p:spPr>
          <a:xfrm>
            <a:off x="4572000" y="2316300"/>
            <a:ext cx="690000" cy="5109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7E6E6"/>
          </a:solidFill>
          <a:ln cap="flat" cmpd="sng" w="9525">
            <a:solidFill>
              <a:srgbClr val="445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9" name="Shape 1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Google Shape;1600;g34a49210254_0_72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1" name="Google Shape;1601;g34a49210254_0_72"/>
          <p:cNvSpPr txBox="1"/>
          <p:nvPr/>
        </p:nvSpPr>
        <p:spPr>
          <a:xfrm>
            <a:off x="1058392" y="927566"/>
            <a:ext cx="2445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React </a:t>
            </a:r>
            <a:r>
              <a:rPr b="1" i="0" lang="tr-TR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Nedir?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2" name="Google Shape;1602;g34a49210254_0_72"/>
          <p:cNvSpPr txBox="1"/>
          <p:nvPr/>
        </p:nvSpPr>
        <p:spPr>
          <a:xfrm>
            <a:off x="1383733" y="1608750"/>
            <a:ext cx="7586100" cy="33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275" lIns="90575" spcFirstLastPara="1" rIns="90575" wrap="square" tIns="45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React bir Javascript kütüphanesidir.</a:t>
            </a:r>
            <a:endParaRPr b="1" sz="16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3" name="Google Shape;1603;g34a49210254_0_72"/>
          <p:cNvSpPr txBox="1"/>
          <p:nvPr/>
        </p:nvSpPr>
        <p:spPr>
          <a:xfrm>
            <a:off x="1383733" y="1993975"/>
            <a:ext cx="7586100" cy="33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275" lIns="90575" spcFirstLastPara="1" rIns="90575" wrap="square" tIns="45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React ile kolaylıkla dinamik görüntü oluşturabiliriz. (View)</a:t>
            </a:r>
            <a:endParaRPr b="1" sz="16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4" name="Google Shape;1604;g34a49210254_0_72"/>
          <p:cNvSpPr txBox="1"/>
          <p:nvPr/>
        </p:nvSpPr>
        <p:spPr>
          <a:xfrm>
            <a:off x="1383733" y="2379200"/>
            <a:ext cx="7586100" cy="33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275" lIns="90575" spcFirstLastPara="1" rIns="90575" wrap="square" tIns="45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Virtual Dom Kullanır.</a:t>
            </a:r>
            <a:endParaRPr b="1" sz="16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9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34a49210254_0_122"/>
          <p:cNvSpPr/>
          <p:nvPr/>
        </p:nvSpPr>
        <p:spPr>
          <a:xfrm>
            <a:off x="116456" y="1000463"/>
            <a:ext cx="4764300" cy="35643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1" name="Google Shape;1611;g34a49210254_0_122"/>
          <p:cNvSpPr/>
          <p:nvPr/>
        </p:nvSpPr>
        <p:spPr>
          <a:xfrm>
            <a:off x="294878" y="287688"/>
            <a:ext cx="60152" cy="63317"/>
          </a:xfrm>
          <a:custGeom>
            <a:rect b="b" l="l" r="r" t="t"/>
            <a:pathLst>
              <a:path extrusionOk="0" h="140" w="133">
                <a:moveTo>
                  <a:pt x="133" y="72"/>
                </a:moveTo>
                <a:lnTo>
                  <a:pt x="84" y="54"/>
                </a:lnTo>
                <a:lnTo>
                  <a:pt x="86" y="0"/>
                </a:lnTo>
                <a:lnTo>
                  <a:pt x="53" y="43"/>
                </a:lnTo>
                <a:lnTo>
                  <a:pt x="4" y="23"/>
                </a:lnTo>
                <a:lnTo>
                  <a:pt x="33" y="68"/>
                </a:lnTo>
                <a:lnTo>
                  <a:pt x="0" y="109"/>
                </a:lnTo>
                <a:lnTo>
                  <a:pt x="51" y="95"/>
                </a:lnTo>
                <a:lnTo>
                  <a:pt x="80" y="140"/>
                </a:lnTo>
                <a:lnTo>
                  <a:pt x="82" y="86"/>
                </a:lnTo>
                <a:lnTo>
                  <a:pt x="133" y="7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2" name="Google Shape;1612;g34a49210254_0_122"/>
          <p:cNvSpPr/>
          <p:nvPr/>
        </p:nvSpPr>
        <p:spPr>
          <a:xfrm>
            <a:off x="297592" y="202209"/>
            <a:ext cx="19448" cy="92715"/>
          </a:xfrm>
          <a:custGeom>
            <a:rect b="b" l="l" r="r" t="t"/>
            <a:pathLst>
              <a:path extrusionOk="0" h="205" w="43">
                <a:moveTo>
                  <a:pt x="43" y="0"/>
                </a:moveTo>
                <a:lnTo>
                  <a:pt x="0" y="45"/>
                </a:lnTo>
                <a:lnTo>
                  <a:pt x="0" y="205"/>
                </a:lnTo>
                <a:lnTo>
                  <a:pt x="43" y="164"/>
                </a:lnTo>
                <a:lnTo>
                  <a:pt x="43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3" name="Google Shape;1613;g34a49210254_0_122"/>
          <p:cNvSpPr/>
          <p:nvPr/>
        </p:nvSpPr>
        <p:spPr>
          <a:xfrm>
            <a:off x="212114" y="148390"/>
            <a:ext cx="19448" cy="194927"/>
          </a:xfrm>
          <a:custGeom>
            <a:rect b="b" l="l" r="r" t="t"/>
            <a:pathLst>
              <a:path extrusionOk="0" h="431" w="43">
                <a:moveTo>
                  <a:pt x="0" y="0"/>
                </a:moveTo>
                <a:lnTo>
                  <a:pt x="43" y="47"/>
                </a:lnTo>
                <a:lnTo>
                  <a:pt x="43" y="431"/>
                </a:lnTo>
                <a:lnTo>
                  <a:pt x="0" y="390"/>
                </a:lnTo>
                <a:lnTo>
                  <a:pt x="0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4" name="Google Shape;1614;g34a49210254_0_122"/>
          <p:cNvSpPr/>
          <p:nvPr/>
        </p:nvSpPr>
        <p:spPr>
          <a:xfrm>
            <a:off x="239701" y="171455"/>
            <a:ext cx="19448" cy="265933"/>
          </a:xfrm>
          <a:custGeom>
            <a:rect b="b" l="l" r="r" t="t"/>
            <a:pathLst>
              <a:path extrusionOk="0" h="588" w="43">
                <a:moveTo>
                  <a:pt x="43" y="43"/>
                </a:moveTo>
                <a:lnTo>
                  <a:pt x="0" y="0"/>
                </a:lnTo>
                <a:lnTo>
                  <a:pt x="0" y="23"/>
                </a:lnTo>
                <a:lnTo>
                  <a:pt x="0" y="23"/>
                </a:lnTo>
                <a:lnTo>
                  <a:pt x="0" y="261"/>
                </a:lnTo>
                <a:lnTo>
                  <a:pt x="0" y="261"/>
                </a:lnTo>
                <a:lnTo>
                  <a:pt x="0" y="284"/>
                </a:lnTo>
                <a:lnTo>
                  <a:pt x="0" y="417"/>
                </a:lnTo>
                <a:lnTo>
                  <a:pt x="0" y="442"/>
                </a:lnTo>
                <a:lnTo>
                  <a:pt x="0" y="442"/>
                </a:lnTo>
                <a:lnTo>
                  <a:pt x="0" y="442"/>
                </a:lnTo>
                <a:lnTo>
                  <a:pt x="0" y="461"/>
                </a:lnTo>
                <a:lnTo>
                  <a:pt x="0" y="461"/>
                </a:lnTo>
                <a:lnTo>
                  <a:pt x="0" y="467"/>
                </a:lnTo>
                <a:lnTo>
                  <a:pt x="0" y="487"/>
                </a:lnTo>
                <a:lnTo>
                  <a:pt x="0" y="487"/>
                </a:lnTo>
                <a:lnTo>
                  <a:pt x="2" y="500"/>
                </a:lnTo>
                <a:lnTo>
                  <a:pt x="4" y="516"/>
                </a:lnTo>
                <a:lnTo>
                  <a:pt x="7" y="530"/>
                </a:lnTo>
                <a:lnTo>
                  <a:pt x="13" y="541"/>
                </a:lnTo>
                <a:lnTo>
                  <a:pt x="19" y="555"/>
                </a:lnTo>
                <a:lnTo>
                  <a:pt x="25" y="567"/>
                </a:lnTo>
                <a:lnTo>
                  <a:pt x="33" y="578"/>
                </a:lnTo>
                <a:lnTo>
                  <a:pt x="43" y="588"/>
                </a:lnTo>
                <a:lnTo>
                  <a:pt x="43" y="4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5" name="Google Shape;1615;g34a49210254_0_122"/>
          <p:cNvSpPr/>
          <p:nvPr/>
        </p:nvSpPr>
        <p:spPr>
          <a:xfrm>
            <a:off x="268647" y="201305"/>
            <a:ext cx="19448" cy="255531"/>
          </a:xfrm>
          <a:custGeom>
            <a:rect b="b" l="l" r="r" t="t"/>
            <a:pathLst>
              <a:path extrusionOk="0" h="565" w="43">
                <a:moveTo>
                  <a:pt x="43" y="329"/>
                </a:moveTo>
                <a:lnTo>
                  <a:pt x="43" y="329"/>
                </a:lnTo>
                <a:lnTo>
                  <a:pt x="43" y="232"/>
                </a:lnTo>
                <a:lnTo>
                  <a:pt x="43" y="208"/>
                </a:lnTo>
                <a:lnTo>
                  <a:pt x="43" y="208"/>
                </a:lnTo>
                <a:lnTo>
                  <a:pt x="43" y="43"/>
                </a:lnTo>
                <a:lnTo>
                  <a:pt x="0" y="0"/>
                </a:lnTo>
                <a:lnTo>
                  <a:pt x="0" y="542"/>
                </a:lnTo>
                <a:lnTo>
                  <a:pt x="0" y="542"/>
                </a:lnTo>
                <a:lnTo>
                  <a:pt x="19" y="555"/>
                </a:lnTo>
                <a:lnTo>
                  <a:pt x="41" y="565"/>
                </a:lnTo>
                <a:lnTo>
                  <a:pt x="41" y="565"/>
                </a:lnTo>
                <a:lnTo>
                  <a:pt x="43" y="565"/>
                </a:lnTo>
                <a:lnTo>
                  <a:pt x="43" y="32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6" name="Google Shape;1616;g34a49210254_0_122"/>
          <p:cNvSpPr/>
          <p:nvPr/>
        </p:nvSpPr>
        <p:spPr>
          <a:xfrm>
            <a:off x="298496" y="332462"/>
            <a:ext cx="82765" cy="129801"/>
          </a:xfrm>
          <a:custGeom>
            <a:rect b="b" l="l" r="r" t="t"/>
            <a:pathLst>
              <a:path extrusionOk="0" h="287" w="183">
                <a:moveTo>
                  <a:pt x="181" y="109"/>
                </a:moveTo>
                <a:lnTo>
                  <a:pt x="181" y="109"/>
                </a:lnTo>
                <a:lnTo>
                  <a:pt x="175" y="90"/>
                </a:lnTo>
                <a:lnTo>
                  <a:pt x="170" y="72"/>
                </a:lnTo>
                <a:lnTo>
                  <a:pt x="160" y="57"/>
                </a:lnTo>
                <a:lnTo>
                  <a:pt x="148" y="41"/>
                </a:lnTo>
                <a:lnTo>
                  <a:pt x="135" y="28"/>
                </a:lnTo>
                <a:lnTo>
                  <a:pt x="121" y="16"/>
                </a:lnTo>
                <a:lnTo>
                  <a:pt x="105" y="6"/>
                </a:lnTo>
                <a:lnTo>
                  <a:pt x="88" y="0"/>
                </a:lnTo>
                <a:lnTo>
                  <a:pt x="88" y="0"/>
                </a:lnTo>
                <a:lnTo>
                  <a:pt x="103" y="10"/>
                </a:lnTo>
                <a:lnTo>
                  <a:pt x="103" y="10"/>
                </a:lnTo>
                <a:lnTo>
                  <a:pt x="113" y="22"/>
                </a:lnTo>
                <a:lnTo>
                  <a:pt x="123" y="35"/>
                </a:lnTo>
                <a:lnTo>
                  <a:pt x="129" y="51"/>
                </a:lnTo>
                <a:lnTo>
                  <a:pt x="131" y="68"/>
                </a:lnTo>
                <a:lnTo>
                  <a:pt x="131" y="68"/>
                </a:lnTo>
                <a:lnTo>
                  <a:pt x="129" y="86"/>
                </a:lnTo>
                <a:lnTo>
                  <a:pt x="123" y="100"/>
                </a:lnTo>
                <a:lnTo>
                  <a:pt x="117" y="113"/>
                </a:lnTo>
                <a:lnTo>
                  <a:pt x="107" y="125"/>
                </a:lnTo>
                <a:lnTo>
                  <a:pt x="96" y="137"/>
                </a:lnTo>
                <a:lnTo>
                  <a:pt x="82" y="142"/>
                </a:lnTo>
                <a:lnTo>
                  <a:pt x="66" y="148"/>
                </a:lnTo>
                <a:lnTo>
                  <a:pt x="51" y="150"/>
                </a:lnTo>
                <a:lnTo>
                  <a:pt x="51" y="150"/>
                </a:lnTo>
                <a:lnTo>
                  <a:pt x="35" y="148"/>
                </a:lnTo>
                <a:lnTo>
                  <a:pt x="22" y="144"/>
                </a:lnTo>
                <a:lnTo>
                  <a:pt x="10" y="139"/>
                </a:lnTo>
                <a:lnTo>
                  <a:pt x="0" y="129"/>
                </a:lnTo>
                <a:lnTo>
                  <a:pt x="0" y="283"/>
                </a:lnTo>
                <a:lnTo>
                  <a:pt x="0" y="283"/>
                </a:lnTo>
                <a:lnTo>
                  <a:pt x="16" y="285"/>
                </a:lnTo>
                <a:lnTo>
                  <a:pt x="31" y="287"/>
                </a:lnTo>
                <a:lnTo>
                  <a:pt x="49" y="287"/>
                </a:lnTo>
                <a:lnTo>
                  <a:pt x="64" y="285"/>
                </a:lnTo>
                <a:lnTo>
                  <a:pt x="64" y="285"/>
                </a:lnTo>
                <a:lnTo>
                  <a:pt x="82" y="279"/>
                </a:lnTo>
                <a:lnTo>
                  <a:pt x="99" y="273"/>
                </a:lnTo>
                <a:lnTo>
                  <a:pt x="115" y="263"/>
                </a:lnTo>
                <a:lnTo>
                  <a:pt x="129" y="253"/>
                </a:lnTo>
                <a:lnTo>
                  <a:pt x="142" y="242"/>
                </a:lnTo>
                <a:lnTo>
                  <a:pt x="152" y="230"/>
                </a:lnTo>
                <a:lnTo>
                  <a:pt x="162" y="216"/>
                </a:lnTo>
                <a:lnTo>
                  <a:pt x="170" y="201"/>
                </a:lnTo>
                <a:lnTo>
                  <a:pt x="170" y="201"/>
                </a:lnTo>
                <a:lnTo>
                  <a:pt x="172" y="197"/>
                </a:lnTo>
                <a:lnTo>
                  <a:pt x="172" y="197"/>
                </a:lnTo>
                <a:lnTo>
                  <a:pt x="172" y="197"/>
                </a:lnTo>
                <a:lnTo>
                  <a:pt x="179" y="176"/>
                </a:lnTo>
                <a:lnTo>
                  <a:pt x="183" y="154"/>
                </a:lnTo>
                <a:lnTo>
                  <a:pt x="183" y="131"/>
                </a:lnTo>
                <a:lnTo>
                  <a:pt x="181" y="109"/>
                </a:lnTo>
                <a:lnTo>
                  <a:pt x="181" y="10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7" name="Google Shape;1617;g34a49210254_0_122"/>
          <p:cNvSpPr/>
          <p:nvPr/>
        </p:nvSpPr>
        <p:spPr>
          <a:xfrm>
            <a:off x="423775" y="210802"/>
            <a:ext cx="128443" cy="145630"/>
          </a:xfrm>
          <a:custGeom>
            <a:rect b="b" l="l" r="r" t="t"/>
            <a:pathLst>
              <a:path extrusionOk="0" h="322" w="284">
                <a:moveTo>
                  <a:pt x="253" y="302"/>
                </a:moveTo>
                <a:lnTo>
                  <a:pt x="253" y="302"/>
                </a:lnTo>
                <a:lnTo>
                  <a:pt x="239" y="310"/>
                </a:lnTo>
                <a:lnTo>
                  <a:pt x="222" y="316"/>
                </a:lnTo>
                <a:lnTo>
                  <a:pt x="200" y="320"/>
                </a:lnTo>
                <a:lnTo>
                  <a:pt x="175" y="322"/>
                </a:lnTo>
                <a:lnTo>
                  <a:pt x="0" y="322"/>
                </a:lnTo>
                <a:lnTo>
                  <a:pt x="0" y="0"/>
                </a:lnTo>
                <a:lnTo>
                  <a:pt x="163" y="0"/>
                </a:lnTo>
                <a:lnTo>
                  <a:pt x="163" y="0"/>
                </a:lnTo>
                <a:lnTo>
                  <a:pt x="189" y="0"/>
                </a:lnTo>
                <a:lnTo>
                  <a:pt x="189" y="0"/>
                </a:lnTo>
                <a:lnTo>
                  <a:pt x="200" y="2"/>
                </a:lnTo>
                <a:lnTo>
                  <a:pt x="200" y="2"/>
                </a:lnTo>
                <a:lnTo>
                  <a:pt x="206" y="4"/>
                </a:lnTo>
                <a:lnTo>
                  <a:pt x="206" y="4"/>
                </a:lnTo>
                <a:lnTo>
                  <a:pt x="228" y="8"/>
                </a:lnTo>
                <a:lnTo>
                  <a:pt x="249" y="16"/>
                </a:lnTo>
                <a:lnTo>
                  <a:pt x="249" y="16"/>
                </a:lnTo>
                <a:lnTo>
                  <a:pt x="259" y="22"/>
                </a:lnTo>
                <a:lnTo>
                  <a:pt x="266" y="30"/>
                </a:lnTo>
                <a:lnTo>
                  <a:pt x="272" y="39"/>
                </a:lnTo>
                <a:lnTo>
                  <a:pt x="276" y="51"/>
                </a:lnTo>
                <a:lnTo>
                  <a:pt x="280" y="71"/>
                </a:lnTo>
                <a:lnTo>
                  <a:pt x="282" y="96"/>
                </a:lnTo>
                <a:lnTo>
                  <a:pt x="282" y="96"/>
                </a:lnTo>
                <a:lnTo>
                  <a:pt x="282" y="106"/>
                </a:lnTo>
                <a:lnTo>
                  <a:pt x="278" y="113"/>
                </a:lnTo>
                <a:lnTo>
                  <a:pt x="274" y="121"/>
                </a:lnTo>
                <a:lnTo>
                  <a:pt x="268" y="131"/>
                </a:lnTo>
                <a:lnTo>
                  <a:pt x="268" y="131"/>
                </a:lnTo>
                <a:lnTo>
                  <a:pt x="255" y="147"/>
                </a:lnTo>
                <a:lnTo>
                  <a:pt x="235" y="160"/>
                </a:lnTo>
                <a:lnTo>
                  <a:pt x="235" y="160"/>
                </a:lnTo>
                <a:lnTo>
                  <a:pt x="245" y="166"/>
                </a:lnTo>
                <a:lnTo>
                  <a:pt x="255" y="174"/>
                </a:lnTo>
                <a:lnTo>
                  <a:pt x="263" y="180"/>
                </a:lnTo>
                <a:lnTo>
                  <a:pt x="270" y="189"/>
                </a:lnTo>
                <a:lnTo>
                  <a:pt x="270" y="189"/>
                </a:lnTo>
                <a:lnTo>
                  <a:pt x="276" y="199"/>
                </a:lnTo>
                <a:lnTo>
                  <a:pt x="280" y="211"/>
                </a:lnTo>
                <a:lnTo>
                  <a:pt x="282" y="226"/>
                </a:lnTo>
                <a:lnTo>
                  <a:pt x="284" y="244"/>
                </a:lnTo>
                <a:lnTo>
                  <a:pt x="284" y="244"/>
                </a:lnTo>
                <a:lnTo>
                  <a:pt x="282" y="261"/>
                </a:lnTo>
                <a:lnTo>
                  <a:pt x="276" y="277"/>
                </a:lnTo>
                <a:lnTo>
                  <a:pt x="266" y="291"/>
                </a:lnTo>
                <a:lnTo>
                  <a:pt x="253" y="302"/>
                </a:lnTo>
                <a:lnTo>
                  <a:pt x="253" y="302"/>
                </a:lnTo>
                <a:close/>
                <a:moveTo>
                  <a:pt x="198" y="67"/>
                </a:moveTo>
                <a:lnTo>
                  <a:pt x="198" y="67"/>
                </a:lnTo>
                <a:lnTo>
                  <a:pt x="191" y="63"/>
                </a:lnTo>
                <a:lnTo>
                  <a:pt x="183" y="61"/>
                </a:lnTo>
                <a:lnTo>
                  <a:pt x="175" y="59"/>
                </a:lnTo>
                <a:lnTo>
                  <a:pt x="165" y="57"/>
                </a:lnTo>
                <a:lnTo>
                  <a:pt x="66" y="57"/>
                </a:lnTo>
                <a:lnTo>
                  <a:pt x="66" y="133"/>
                </a:lnTo>
                <a:lnTo>
                  <a:pt x="165" y="133"/>
                </a:lnTo>
                <a:lnTo>
                  <a:pt x="165" y="133"/>
                </a:lnTo>
                <a:lnTo>
                  <a:pt x="183" y="129"/>
                </a:lnTo>
                <a:lnTo>
                  <a:pt x="191" y="127"/>
                </a:lnTo>
                <a:lnTo>
                  <a:pt x="196" y="123"/>
                </a:lnTo>
                <a:lnTo>
                  <a:pt x="196" y="123"/>
                </a:lnTo>
                <a:lnTo>
                  <a:pt x="202" y="119"/>
                </a:lnTo>
                <a:lnTo>
                  <a:pt x="206" y="113"/>
                </a:lnTo>
                <a:lnTo>
                  <a:pt x="208" y="106"/>
                </a:lnTo>
                <a:lnTo>
                  <a:pt x="210" y="96"/>
                </a:lnTo>
                <a:lnTo>
                  <a:pt x="210" y="96"/>
                </a:lnTo>
                <a:lnTo>
                  <a:pt x="208" y="86"/>
                </a:lnTo>
                <a:lnTo>
                  <a:pt x="206" y="78"/>
                </a:lnTo>
                <a:lnTo>
                  <a:pt x="202" y="73"/>
                </a:lnTo>
                <a:lnTo>
                  <a:pt x="198" y="67"/>
                </a:lnTo>
                <a:lnTo>
                  <a:pt x="198" y="67"/>
                </a:lnTo>
                <a:close/>
                <a:moveTo>
                  <a:pt x="198" y="197"/>
                </a:moveTo>
                <a:lnTo>
                  <a:pt x="198" y="197"/>
                </a:lnTo>
                <a:lnTo>
                  <a:pt x="194" y="195"/>
                </a:lnTo>
                <a:lnTo>
                  <a:pt x="185" y="193"/>
                </a:lnTo>
                <a:lnTo>
                  <a:pt x="159" y="191"/>
                </a:lnTo>
                <a:lnTo>
                  <a:pt x="120" y="189"/>
                </a:lnTo>
                <a:lnTo>
                  <a:pt x="66" y="189"/>
                </a:lnTo>
                <a:lnTo>
                  <a:pt x="66" y="265"/>
                </a:lnTo>
                <a:lnTo>
                  <a:pt x="165" y="265"/>
                </a:lnTo>
                <a:lnTo>
                  <a:pt x="165" y="265"/>
                </a:lnTo>
                <a:lnTo>
                  <a:pt x="183" y="263"/>
                </a:lnTo>
                <a:lnTo>
                  <a:pt x="191" y="260"/>
                </a:lnTo>
                <a:lnTo>
                  <a:pt x="198" y="258"/>
                </a:lnTo>
                <a:lnTo>
                  <a:pt x="198" y="258"/>
                </a:lnTo>
                <a:lnTo>
                  <a:pt x="204" y="252"/>
                </a:lnTo>
                <a:lnTo>
                  <a:pt x="208" y="246"/>
                </a:lnTo>
                <a:lnTo>
                  <a:pt x="210" y="238"/>
                </a:lnTo>
                <a:lnTo>
                  <a:pt x="210" y="228"/>
                </a:lnTo>
                <a:lnTo>
                  <a:pt x="210" y="228"/>
                </a:lnTo>
                <a:lnTo>
                  <a:pt x="210" y="219"/>
                </a:lnTo>
                <a:lnTo>
                  <a:pt x="208" y="211"/>
                </a:lnTo>
                <a:lnTo>
                  <a:pt x="204" y="203"/>
                </a:lnTo>
                <a:lnTo>
                  <a:pt x="198" y="197"/>
                </a:lnTo>
                <a:lnTo>
                  <a:pt x="198" y="19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8" name="Google Shape;1618;g34a49210254_0_122"/>
          <p:cNvSpPr/>
          <p:nvPr/>
        </p:nvSpPr>
        <p:spPr>
          <a:xfrm>
            <a:off x="560811" y="210802"/>
            <a:ext cx="125279" cy="145630"/>
          </a:xfrm>
          <a:custGeom>
            <a:rect b="b" l="l" r="r" t="t"/>
            <a:pathLst>
              <a:path extrusionOk="0" h="322" w="277">
                <a:moveTo>
                  <a:pt x="174" y="57"/>
                </a:moveTo>
                <a:lnTo>
                  <a:pt x="174" y="322"/>
                </a:lnTo>
                <a:lnTo>
                  <a:pt x="104" y="322"/>
                </a:lnTo>
                <a:lnTo>
                  <a:pt x="104" y="57"/>
                </a:lnTo>
                <a:lnTo>
                  <a:pt x="0" y="57"/>
                </a:lnTo>
                <a:lnTo>
                  <a:pt x="0" y="0"/>
                </a:lnTo>
                <a:lnTo>
                  <a:pt x="277" y="0"/>
                </a:lnTo>
                <a:lnTo>
                  <a:pt x="277" y="57"/>
                </a:lnTo>
                <a:lnTo>
                  <a:pt x="174" y="5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9" name="Google Shape;1619;g34a49210254_0_122"/>
          <p:cNvSpPr/>
          <p:nvPr/>
        </p:nvSpPr>
        <p:spPr>
          <a:xfrm>
            <a:off x="701014" y="210802"/>
            <a:ext cx="125279" cy="145630"/>
          </a:xfrm>
          <a:custGeom>
            <a:rect b="b" l="l" r="r" t="t"/>
            <a:pathLst>
              <a:path extrusionOk="0" h="322" w="277">
                <a:moveTo>
                  <a:pt x="189" y="322"/>
                </a:moveTo>
                <a:lnTo>
                  <a:pt x="68" y="162"/>
                </a:lnTo>
                <a:lnTo>
                  <a:pt x="68" y="322"/>
                </a:lnTo>
                <a:lnTo>
                  <a:pt x="0" y="322"/>
                </a:lnTo>
                <a:lnTo>
                  <a:pt x="0" y="0"/>
                </a:lnTo>
                <a:lnTo>
                  <a:pt x="68" y="0"/>
                </a:lnTo>
                <a:lnTo>
                  <a:pt x="68" y="154"/>
                </a:lnTo>
                <a:lnTo>
                  <a:pt x="195" y="0"/>
                </a:lnTo>
                <a:lnTo>
                  <a:pt x="275" y="0"/>
                </a:lnTo>
                <a:lnTo>
                  <a:pt x="146" y="158"/>
                </a:lnTo>
                <a:lnTo>
                  <a:pt x="277" y="322"/>
                </a:lnTo>
                <a:lnTo>
                  <a:pt x="189" y="32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0" name="Google Shape;1620;g34a49210254_0_122"/>
          <p:cNvSpPr/>
          <p:nvPr/>
        </p:nvSpPr>
        <p:spPr>
          <a:xfrm>
            <a:off x="419252" y="377689"/>
            <a:ext cx="89097" cy="82765"/>
          </a:xfrm>
          <a:custGeom>
            <a:rect b="b" l="l" r="r" t="t"/>
            <a:pathLst>
              <a:path extrusionOk="0" h="183" w="197">
                <a:moveTo>
                  <a:pt x="154" y="183"/>
                </a:moveTo>
                <a:lnTo>
                  <a:pt x="136" y="140"/>
                </a:lnTo>
                <a:lnTo>
                  <a:pt x="56" y="140"/>
                </a:lnTo>
                <a:lnTo>
                  <a:pt x="41" y="183"/>
                </a:lnTo>
                <a:lnTo>
                  <a:pt x="0" y="183"/>
                </a:lnTo>
                <a:lnTo>
                  <a:pt x="78" y="0"/>
                </a:lnTo>
                <a:lnTo>
                  <a:pt x="117" y="0"/>
                </a:lnTo>
                <a:lnTo>
                  <a:pt x="197" y="183"/>
                </a:lnTo>
                <a:lnTo>
                  <a:pt x="154" y="183"/>
                </a:lnTo>
                <a:close/>
                <a:moveTo>
                  <a:pt x="95" y="37"/>
                </a:moveTo>
                <a:lnTo>
                  <a:pt x="68" y="107"/>
                </a:lnTo>
                <a:lnTo>
                  <a:pt x="125" y="107"/>
                </a:lnTo>
                <a:lnTo>
                  <a:pt x="95" y="3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1" name="Google Shape;1621;g34a49210254_0_122"/>
          <p:cNvSpPr/>
          <p:nvPr/>
        </p:nvSpPr>
        <p:spPr>
          <a:xfrm>
            <a:off x="513323" y="377689"/>
            <a:ext cx="71459" cy="82765"/>
          </a:xfrm>
          <a:custGeom>
            <a:rect b="b" l="l" r="r" t="t"/>
            <a:pathLst>
              <a:path extrusionOk="0" h="183" w="158">
                <a:moveTo>
                  <a:pt x="109" y="183"/>
                </a:moveTo>
                <a:lnTo>
                  <a:pt x="39" y="93"/>
                </a:lnTo>
                <a:lnTo>
                  <a:pt x="39" y="183"/>
                </a:lnTo>
                <a:lnTo>
                  <a:pt x="0" y="183"/>
                </a:lnTo>
                <a:lnTo>
                  <a:pt x="0" y="0"/>
                </a:lnTo>
                <a:lnTo>
                  <a:pt x="39" y="0"/>
                </a:lnTo>
                <a:lnTo>
                  <a:pt x="39" y="89"/>
                </a:lnTo>
                <a:lnTo>
                  <a:pt x="111" y="0"/>
                </a:lnTo>
                <a:lnTo>
                  <a:pt x="158" y="0"/>
                </a:lnTo>
                <a:lnTo>
                  <a:pt x="84" y="89"/>
                </a:lnTo>
                <a:lnTo>
                  <a:pt x="158" y="183"/>
                </a:lnTo>
                <a:lnTo>
                  <a:pt x="109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2" name="Google Shape;1622;g34a49210254_0_122"/>
          <p:cNvSpPr/>
          <p:nvPr/>
        </p:nvSpPr>
        <p:spPr>
          <a:xfrm>
            <a:off x="579354" y="377689"/>
            <a:ext cx="89097" cy="82765"/>
          </a:xfrm>
          <a:custGeom>
            <a:rect b="b" l="l" r="r" t="t"/>
            <a:pathLst>
              <a:path extrusionOk="0" h="183" w="197">
                <a:moveTo>
                  <a:pt x="154" y="183"/>
                </a:moveTo>
                <a:lnTo>
                  <a:pt x="137" y="140"/>
                </a:lnTo>
                <a:lnTo>
                  <a:pt x="59" y="140"/>
                </a:lnTo>
                <a:lnTo>
                  <a:pt x="41" y="183"/>
                </a:lnTo>
                <a:lnTo>
                  <a:pt x="0" y="183"/>
                </a:lnTo>
                <a:lnTo>
                  <a:pt x="78" y="0"/>
                </a:lnTo>
                <a:lnTo>
                  <a:pt x="119" y="0"/>
                </a:lnTo>
                <a:lnTo>
                  <a:pt x="197" y="183"/>
                </a:lnTo>
                <a:lnTo>
                  <a:pt x="154" y="183"/>
                </a:lnTo>
                <a:close/>
                <a:moveTo>
                  <a:pt x="98" y="37"/>
                </a:moveTo>
                <a:lnTo>
                  <a:pt x="70" y="107"/>
                </a:lnTo>
                <a:lnTo>
                  <a:pt x="125" y="107"/>
                </a:lnTo>
                <a:lnTo>
                  <a:pt x="98" y="3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3" name="Google Shape;1623;g34a49210254_0_122"/>
          <p:cNvSpPr/>
          <p:nvPr/>
        </p:nvSpPr>
        <p:spPr>
          <a:xfrm>
            <a:off x="674783" y="377689"/>
            <a:ext cx="76433" cy="82765"/>
          </a:xfrm>
          <a:custGeom>
            <a:rect b="b" l="l" r="r" t="t"/>
            <a:pathLst>
              <a:path extrusionOk="0" h="183" w="169">
                <a:moveTo>
                  <a:pt x="169" y="85"/>
                </a:moveTo>
                <a:lnTo>
                  <a:pt x="169" y="91"/>
                </a:lnTo>
                <a:lnTo>
                  <a:pt x="169" y="95"/>
                </a:lnTo>
                <a:lnTo>
                  <a:pt x="169" y="99"/>
                </a:lnTo>
                <a:lnTo>
                  <a:pt x="169" y="101"/>
                </a:lnTo>
                <a:lnTo>
                  <a:pt x="169" y="101"/>
                </a:lnTo>
                <a:lnTo>
                  <a:pt x="169" y="111"/>
                </a:lnTo>
                <a:lnTo>
                  <a:pt x="169" y="111"/>
                </a:lnTo>
                <a:lnTo>
                  <a:pt x="167" y="116"/>
                </a:lnTo>
                <a:lnTo>
                  <a:pt x="167" y="116"/>
                </a:lnTo>
                <a:lnTo>
                  <a:pt x="167" y="124"/>
                </a:lnTo>
                <a:lnTo>
                  <a:pt x="167" y="124"/>
                </a:lnTo>
                <a:lnTo>
                  <a:pt x="165" y="132"/>
                </a:lnTo>
                <a:lnTo>
                  <a:pt x="165" y="132"/>
                </a:lnTo>
                <a:lnTo>
                  <a:pt x="165" y="134"/>
                </a:lnTo>
                <a:lnTo>
                  <a:pt x="165" y="134"/>
                </a:lnTo>
                <a:lnTo>
                  <a:pt x="165" y="138"/>
                </a:lnTo>
                <a:lnTo>
                  <a:pt x="165" y="138"/>
                </a:lnTo>
                <a:lnTo>
                  <a:pt x="161" y="142"/>
                </a:lnTo>
                <a:lnTo>
                  <a:pt x="161" y="142"/>
                </a:lnTo>
                <a:lnTo>
                  <a:pt x="157" y="152"/>
                </a:lnTo>
                <a:lnTo>
                  <a:pt x="150" y="161"/>
                </a:lnTo>
                <a:lnTo>
                  <a:pt x="150" y="161"/>
                </a:lnTo>
                <a:lnTo>
                  <a:pt x="134" y="173"/>
                </a:lnTo>
                <a:lnTo>
                  <a:pt x="118" y="179"/>
                </a:lnTo>
                <a:lnTo>
                  <a:pt x="118" y="179"/>
                </a:lnTo>
                <a:lnTo>
                  <a:pt x="103" y="183"/>
                </a:lnTo>
                <a:lnTo>
                  <a:pt x="83" y="183"/>
                </a:lnTo>
                <a:lnTo>
                  <a:pt x="0" y="183"/>
                </a:lnTo>
                <a:lnTo>
                  <a:pt x="0" y="0"/>
                </a:lnTo>
                <a:lnTo>
                  <a:pt x="83" y="0"/>
                </a:lnTo>
                <a:lnTo>
                  <a:pt x="83" y="0"/>
                </a:lnTo>
                <a:lnTo>
                  <a:pt x="103" y="2"/>
                </a:lnTo>
                <a:lnTo>
                  <a:pt x="122" y="7"/>
                </a:lnTo>
                <a:lnTo>
                  <a:pt x="138" y="15"/>
                </a:lnTo>
                <a:lnTo>
                  <a:pt x="150" y="25"/>
                </a:lnTo>
                <a:lnTo>
                  <a:pt x="150" y="25"/>
                </a:lnTo>
                <a:lnTo>
                  <a:pt x="157" y="37"/>
                </a:lnTo>
                <a:lnTo>
                  <a:pt x="165" y="50"/>
                </a:lnTo>
                <a:lnTo>
                  <a:pt x="167" y="64"/>
                </a:lnTo>
                <a:lnTo>
                  <a:pt x="169" y="77"/>
                </a:lnTo>
                <a:lnTo>
                  <a:pt x="169" y="85"/>
                </a:lnTo>
                <a:close/>
                <a:moveTo>
                  <a:pt x="126" y="89"/>
                </a:moveTo>
                <a:lnTo>
                  <a:pt x="126" y="89"/>
                </a:lnTo>
                <a:lnTo>
                  <a:pt x="126" y="79"/>
                </a:lnTo>
                <a:lnTo>
                  <a:pt x="126" y="79"/>
                </a:lnTo>
                <a:lnTo>
                  <a:pt x="126" y="70"/>
                </a:lnTo>
                <a:lnTo>
                  <a:pt x="126" y="70"/>
                </a:lnTo>
                <a:lnTo>
                  <a:pt x="122" y="58"/>
                </a:lnTo>
                <a:lnTo>
                  <a:pt x="118" y="48"/>
                </a:lnTo>
                <a:lnTo>
                  <a:pt x="118" y="48"/>
                </a:lnTo>
                <a:lnTo>
                  <a:pt x="113" y="40"/>
                </a:lnTo>
                <a:lnTo>
                  <a:pt x="103" y="35"/>
                </a:lnTo>
                <a:lnTo>
                  <a:pt x="93" y="33"/>
                </a:lnTo>
                <a:lnTo>
                  <a:pt x="81" y="33"/>
                </a:lnTo>
                <a:lnTo>
                  <a:pt x="37" y="33"/>
                </a:lnTo>
                <a:lnTo>
                  <a:pt x="37" y="152"/>
                </a:lnTo>
                <a:lnTo>
                  <a:pt x="81" y="152"/>
                </a:lnTo>
                <a:lnTo>
                  <a:pt x="93" y="152"/>
                </a:lnTo>
                <a:lnTo>
                  <a:pt x="97" y="152"/>
                </a:lnTo>
                <a:lnTo>
                  <a:pt x="101" y="150"/>
                </a:lnTo>
                <a:lnTo>
                  <a:pt x="101" y="150"/>
                </a:lnTo>
                <a:lnTo>
                  <a:pt x="111" y="146"/>
                </a:lnTo>
                <a:lnTo>
                  <a:pt x="118" y="138"/>
                </a:lnTo>
                <a:lnTo>
                  <a:pt x="122" y="128"/>
                </a:lnTo>
                <a:lnTo>
                  <a:pt x="122" y="128"/>
                </a:lnTo>
                <a:lnTo>
                  <a:pt x="124" y="126"/>
                </a:lnTo>
                <a:lnTo>
                  <a:pt x="124" y="126"/>
                </a:lnTo>
                <a:lnTo>
                  <a:pt x="124" y="120"/>
                </a:lnTo>
                <a:lnTo>
                  <a:pt x="124" y="120"/>
                </a:lnTo>
                <a:lnTo>
                  <a:pt x="126" y="111"/>
                </a:lnTo>
                <a:lnTo>
                  <a:pt x="126" y="111"/>
                </a:lnTo>
                <a:lnTo>
                  <a:pt x="126" y="101"/>
                </a:lnTo>
                <a:lnTo>
                  <a:pt x="126" y="99"/>
                </a:lnTo>
                <a:lnTo>
                  <a:pt x="126" y="93"/>
                </a:lnTo>
                <a:lnTo>
                  <a:pt x="126" y="8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4" name="Google Shape;1624;g34a49210254_0_122"/>
          <p:cNvSpPr/>
          <p:nvPr/>
        </p:nvSpPr>
        <p:spPr>
          <a:xfrm>
            <a:off x="757547" y="377689"/>
            <a:ext cx="68745" cy="82765"/>
          </a:xfrm>
          <a:custGeom>
            <a:rect b="b" l="l" r="r" t="t"/>
            <a:pathLst>
              <a:path extrusionOk="0" h="183" w="152">
                <a:moveTo>
                  <a:pt x="85" y="183"/>
                </a:moveTo>
                <a:lnTo>
                  <a:pt x="70" y="183"/>
                </a:lnTo>
                <a:lnTo>
                  <a:pt x="64" y="183"/>
                </a:lnTo>
                <a:lnTo>
                  <a:pt x="64" y="183"/>
                </a:lnTo>
                <a:lnTo>
                  <a:pt x="58" y="183"/>
                </a:lnTo>
                <a:lnTo>
                  <a:pt x="58" y="183"/>
                </a:lnTo>
                <a:lnTo>
                  <a:pt x="56" y="181"/>
                </a:lnTo>
                <a:lnTo>
                  <a:pt x="56" y="181"/>
                </a:lnTo>
                <a:lnTo>
                  <a:pt x="54" y="181"/>
                </a:lnTo>
                <a:lnTo>
                  <a:pt x="54" y="181"/>
                </a:lnTo>
                <a:lnTo>
                  <a:pt x="43" y="177"/>
                </a:lnTo>
                <a:lnTo>
                  <a:pt x="31" y="169"/>
                </a:lnTo>
                <a:lnTo>
                  <a:pt x="21" y="159"/>
                </a:lnTo>
                <a:lnTo>
                  <a:pt x="13" y="148"/>
                </a:lnTo>
                <a:lnTo>
                  <a:pt x="13" y="148"/>
                </a:lnTo>
                <a:lnTo>
                  <a:pt x="8" y="138"/>
                </a:lnTo>
                <a:lnTo>
                  <a:pt x="4" y="126"/>
                </a:lnTo>
                <a:lnTo>
                  <a:pt x="4" y="126"/>
                </a:lnTo>
                <a:lnTo>
                  <a:pt x="2" y="114"/>
                </a:lnTo>
                <a:lnTo>
                  <a:pt x="0" y="101"/>
                </a:lnTo>
                <a:lnTo>
                  <a:pt x="0" y="101"/>
                </a:lnTo>
                <a:lnTo>
                  <a:pt x="2" y="77"/>
                </a:lnTo>
                <a:lnTo>
                  <a:pt x="4" y="58"/>
                </a:lnTo>
                <a:lnTo>
                  <a:pt x="4" y="58"/>
                </a:lnTo>
                <a:lnTo>
                  <a:pt x="9" y="42"/>
                </a:lnTo>
                <a:lnTo>
                  <a:pt x="19" y="27"/>
                </a:lnTo>
                <a:lnTo>
                  <a:pt x="19" y="27"/>
                </a:lnTo>
                <a:lnTo>
                  <a:pt x="25" y="21"/>
                </a:lnTo>
                <a:lnTo>
                  <a:pt x="31" y="15"/>
                </a:lnTo>
                <a:lnTo>
                  <a:pt x="39" y="11"/>
                </a:lnTo>
                <a:lnTo>
                  <a:pt x="46" y="7"/>
                </a:lnTo>
                <a:lnTo>
                  <a:pt x="46" y="7"/>
                </a:lnTo>
                <a:lnTo>
                  <a:pt x="66" y="2"/>
                </a:lnTo>
                <a:lnTo>
                  <a:pt x="66" y="2"/>
                </a:lnTo>
                <a:lnTo>
                  <a:pt x="93" y="2"/>
                </a:lnTo>
                <a:lnTo>
                  <a:pt x="152" y="0"/>
                </a:lnTo>
                <a:lnTo>
                  <a:pt x="152" y="33"/>
                </a:lnTo>
                <a:lnTo>
                  <a:pt x="87" y="33"/>
                </a:lnTo>
                <a:lnTo>
                  <a:pt x="87" y="33"/>
                </a:lnTo>
                <a:lnTo>
                  <a:pt x="78" y="33"/>
                </a:lnTo>
                <a:lnTo>
                  <a:pt x="68" y="35"/>
                </a:lnTo>
                <a:lnTo>
                  <a:pt x="62" y="39"/>
                </a:lnTo>
                <a:lnTo>
                  <a:pt x="54" y="42"/>
                </a:lnTo>
                <a:lnTo>
                  <a:pt x="50" y="48"/>
                </a:lnTo>
                <a:lnTo>
                  <a:pt x="46" y="56"/>
                </a:lnTo>
                <a:lnTo>
                  <a:pt x="45" y="66"/>
                </a:lnTo>
                <a:lnTo>
                  <a:pt x="45" y="76"/>
                </a:lnTo>
                <a:lnTo>
                  <a:pt x="152" y="76"/>
                </a:lnTo>
                <a:lnTo>
                  <a:pt x="152" y="107"/>
                </a:lnTo>
                <a:lnTo>
                  <a:pt x="45" y="107"/>
                </a:lnTo>
                <a:lnTo>
                  <a:pt x="45" y="107"/>
                </a:lnTo>
                <a:lnTo>
                  <a:pt x="46" y="126"/>
                </a:lnTo>
                <a:lnTo>
                  <a:pt x="46" y="126"/>
                </a:lnTo>
                <a:lnTo>
                  <a:pt x="48" y="132"/>
                </a:lnTo>
                <a:lnTo>
                  <a:pt x="48" y="132"/>
                </a:lnTo>
                <a:lnTo>
                  <a:pt x="52" y="140"/>
                </a:lnTo>
                <a:lnTo>
                  <a:pt x="60" y="146"/>
                </a:lnTo>
                <a:lnTo>
                  <a:pt x="60" y="146"/>
                </a:lnTo>
                <a:lnTo>
                  <a:pt x="68" y="150"/>
                </a:lnTo>
                <a:lnTo>
                  <a:pt x="68" y="150"/>
                </a:lnTo>
                <a:lnTo>
                  <a:pt x="78" y="152"/>
                </a:lnTo>
                <a:lnTo>
                  <a:pt x="152" y="152"/>
                </a:lnTo>
                <a:lnTo>
                  <a:pt x="152" y="183"/>
                </a:lnTo>
                <a:lnTo>
                  <a:pt x="85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5" name="Google Shape;1625;g34a49210254_0_122"/>
          <p:cNvSpPr/>
          <p:nvPr/>
        </p:nvSpPr>
        <p:spPr>
          <a:xfrm>
            <a:off x="841217" y="377689"/>
            <a:ext cx="93168" cy="82765"/>
          </a:xfrm>
          <a:custGeom>
            <a:rect b="b" l="l" r="r" t="t"/>
            <a:pathLst>
              <a:path extrusionOk="0" h="183" w="206">
                <a:moveTo>
                  <a:pt x="167" y="183"/>
                </a:moveTo>
                <a:lnTo>
                  <a:pt x="171" y="40"/>
                </a:lnTo>
                <a:lnTo>
                  <a:pt x="124" y="183"/>
                </a:lnTo>
                <a:lnTo>
                  <a:pt x="84" y="183"/>
                </a:lnTo>
                <a:lnTo>
                  <a:pt x="35" y="40"/>
                </a:lnTo>
                <a:lnTo>
                  <a:pt x="39" y="183"/>
                </a:lnTo>
                <a:lnTo>
                  <a:pt x="0" y="183"/>
                </a:lnTo>
                <a:lnTo>
                  <a:pt x="0" y="0"/>
                </a:lnTo>
                <a:lnTo>
                  <a:pt x="56" y="0"/>
                </a:lnTo>
                <a:lnTo>
                  <a:pt x="103" y="142"/>
                </a:lnTo>
                <a:lnTo>
                  <a:pt x="150" y="0"/>
                </a:lnTo>
                <a:lnTo>
                  <a:pt x="206" y="0"/>
                </a:lnTo>
                <a:lnTo>
                  <a:pt x="206" y="183"/>
                </a:lnTo>
                <a:lnTo>
                  <a:pt x="167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6" name="Google Shape;1626;g34a49210254_0_122"/>
          <p:cNvSpPr/>
          <p:nvPr/>
        </p:nvSpPr>
        <p:spPr>
          <a:xfrm>
            <a:off x="951118" y="351005"/>
            <a:ext cx="18543" cy="109448"/>
          </a:xfrm>
          <a:custGeom>
            <a:rect b="b" l="l" r="r" t="t"/>
            <a:pathLst>
              <a:path extrusionOk="0" h="242" w="41">
                <a:moveTo>
                  <a:pt x="0" y="37"/>
                </a:moveTo>
                <a:lnTo>
                  <a:pt x="0" y="0"/>
                </a:lnTo>
                <a:lnTo>
                  <a:pt x="41" y="0"/>
                </a:lnTo>
                <a:lnTo>
                  <a:pt x="41" y="37"/>
                </a:lnTo>
                <a:lnTo>
                  <a:pt x="0" y="37"/>
                </a:lnTo>
                <a:close/>
                <a:moveTo>
                  <a:pt x="0" y="242"/>
                </a:moveTo>
                <a:lnTo>
                  <a:pt x="0" y="59"/>
                </a:lnTo>
                <a:lnTo>
                  <a:pt x="41" y="59"/>
                </a:lnTo>
                <a:lnTo>
                  <a:pt x="41" y="242"/>
                </a:lnTo>
                <a:lnTo>
                  <a:pt x="0" y="24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7" name="Google Shape;1627;g34a49210254_0_122"/>
          <p:cNvSpPr/>
          <p:nvPr/>
        </p:nvSpPr>
        <p:spPr>
          <a:xfrm>
            <a:off x="3853781" y="2415619"/>
            <a:ext cx="495000" cy="495000"/>
          </a:xfrm>
          <a:prstGeom prst="ellipse">
            <a:avLst/>
          </a:prstGeom>
          <a:solidFill>
            <a:schemeClr val="accent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div</a:t>
            </a:r>
            <a:endParaRPr sz="1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28" name="Google Shape;1628;g34a49210254_0_122"/>
          <p:cNvGrpSpPr/>
          <p:nvPr/>
        </p:nvGrpSpPr>
        <p:grpSpPr>
          <a:xfrm>
            <a:off x="268650" y="1673250"/>
            <a:ext cx="1729913" cy="1979738"/>
            <a:chOff x="268650" y="1673250"/>
            <a:chExt cx="1729913" cy="1979738"/>
          </a:xfrm>
        </p:grpSpPr>
        <p:cxnSp>
          <p:nvCxnSpPr>
            <p:cNvPr id="1629" name="Google Shape;1629;g34a49210254_0_122"/>
            <p:cNvCxnSpPr>
              <a:endCxn id="1630" idx="1"/>
            </p:cNvCxnSpPr>
            <p:nvPr/>
          </p:nvCxnSpPr>
          <p:spPr>
            <a:xfrm>
              <a:off x="1182454" y="1955910"/>
              <a:ext cx="393600" cy="532200"/>
            </a:xfrm>
            <a:prstGeom prst="straightConnector1">
              <a:avLst/>
            </a:prstGeom>
            <a:noFill/>
            <a:ln cap="flat" cmpd="sng" w="2857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631" name="Google Shape;1631;g34a49210254_0_122"/>
            <p:cNvCxnSpPr>
              <a:endCxn id="1632" idx="0"/>
            </p:cNvCxnSpPr>
            <p:nvPr/>
          </p:nvCxnSpPr>
          <p:spPr>
            <a:xfrm flipH="1">
              <a:off x="1133606" y="2035688"/>
              <a:ext cx="13200" cy="1122300"/>
            </a:xfrm>
            <a:prstGeom prst="straightConnector1">
              <a:avLst/>
            </a:prstGeom>
            <a:noFill/>
            <a:ln cap="flat" cmpd="sng" w="2857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1633" name="Google Shape;1633;g34a49210254_0_122"/>
            <p:cNvSpPr/>
            <p:nvPr/>
          </p:nvSpPr>
          <p:spPr>
            <a:xfrm>
              <a:off x="886106" y="1673250"/>
              <a:ext cx="495000" cy="495000"/>
            </a:xfrm>
            <a:prstGeom prst="ellipse">
              <a:avLst/>
            </a:prstGeom>
            <a:solidFill>
              <a:schemeClr val="accent5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 sz="11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div</a:t>
              </a:r>
              <a:endParaRPr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34" name="Google Shape;1634;g34a49210254_0_122"/>
            <p:cNvSpPr/>
            <p:nvPr/>
          </p:nvSpPr>
          <p:spPr>
            <a:xfrm>
              <a:off x="886106" y="2415619"/>
              <a:ext cx="495000" cy="495000"/>
            </a:xfrm>
            <a:prstGeom prst="ellipse">
              <a:avLst/>
            </a:prstGeom>
            <a:solidFill>
              <a:schemeClr val="accent5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 sz="11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div</a:t>
              </a:r>
              <a:endParaRPr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30" name="Google Shape;1630;g34a49210254_0_122"/>
            <p:cNvSpPr/>
            <p:nvPr/>
          </p:nvSpPr>
          <p:spPr>
            <a:xfrm>
              <a:off x="1503563" y="2415619"/>
              <a:ext cx="495000" cy="495000"/>
            </a:xfrm>
            <a:prstGeom prst="ellipse">
              <a:avLst/>
            </a:prstGeom>
            <a:solidFill>
              <a:schemeClr val="accent5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 sz="11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div</a:t>
              </a:r>
              <a:endParaRPr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35" name="Google Shape;1635;g34a49210254_0_122"/>
            <p:cNvSpPr/>
            <p:nvPr/>
          </p:nvSpPr>
          <p:spPr>
            <a:xfrm>
              <a:off x="268650" y="2415619"/>
              <a:ext cx="495000" cy="495000"/>
            </a:xfrm>
            <a:prstGeom prst="ellipse">
              <a:avLst/>
            </a:prstGeom>
            <a:solidFill>
              <a:schemeClr val="accent5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 sz="11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div</a:t>
              </a:r>
              <a:endParaRPr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32" name="Google Shape;1632;g34a49210254_0_122"/>
            <p:cNvSpPr/>
            <p:nvPr/>
          </p:nvSpPr>
          <p:spPr>
            <a:xfrm>
              <a:off x="886106" y="3157988"/>
              <a:ext cx="495000" cy="495000"/>
            </a:xfrm>
            <a:prstGeom prst="ellipse">
              <a:avLst/>
            </a:prstGeom>
            <a:solidFill>
              <a:schemeClr val="accent5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 sz="11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div</a:t>
              </a:r>
              <a:endParaRPr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636" name="Google Shape;1636;g34a49210254_0_122"/>
            <p:cNvCxnSpPr>
              <a:stCxn id="1633" idx="3"/>
              <a:endCxn id="1635" idx="7"/>
            </p:cNvCxnSpPr>
            <p:nvPr/>
          </p:nvCxnSpPr>
          <p:spPr>
            <a:xfrm flipH="1">
              <a:off x="691297" y="2095759"/>
              <a:ext cx="267300" cy="392400"/>
            </a:xfrm>
            <a:prstGeom prst="straightConnector1">
              <a:avLst/>
            </a:prstGeom>
            <a:noFill/>
            <a:ln cap="flat" cmpd="sng" w="2857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637" name="Google Shape;1637;g34a49210254_0_122"/>
          <p:cNvSpPr/>
          <p:nvPr/>
        </p:nvSpPr>
        <p:spPr>
          <a:xfrm>
            <a:off x="3242963" y="3900356"/>
            <a:ext cx="495000" cy="495000"/>
          </a:xfrm>
          <a:prstGeom prst="ellipse">
            <a:avLst/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div</a:t>
            </a:r>
            <a:endParaRPr sz="1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38" name="Google Shape;1638;g34a49210254_0_122"/>
          <p:cNvCxnSpPr>
            <a:endCxn id="1639" idx="1"/>
          </p:cNvCxnSpPr>
          <p:nvPr/>
        </p:nvCxnSpPr>
        <p:spPr>
          <a:xfrm>
            <a:off x="7695997" y="1912316"/>
            <a:ext cx="393600" cy="5322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40" name="Google Shape;1640;g34a49210254_0_122"/>
          <p:cNvCxnSpPr>
            <a:endCxn id="1641" idx="0"/>
          </p:cNvCxnSpPr>
          <p:nvPr/>
        </p:nvCxnSpPr>
        <p:spPr>
          <a:xfrm flipH="1">
            <a:off x="7653788" y="1992263"/>
            <a:ext cx="6600" cy="186450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42" name="Google Shape;1642;g34a49210254_0_122"/>
          <p:cNvSpPr/>
          <p:nvPr/>
        </p:nvSpPr>
        <p:spPr>
          <a:xfrm>
            <a:off x="7399650" y="1629656"/>
            <a:ext cx="495000" cy="495000"/>
          </a:xfrm>
          <a:prstGeom prst="ellipse">
            <a:avLst/>
          </a:prstGeom>
          <a:solidFill>
            <a:schemeClr val="accent5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div</a:t>
            </a:r>
            <a:endParaRPr sz="1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3" name="Google Shape;1643;g34a49210254_0_122"/>
          <p:cNvSpPr/>
          <p:nvPr/>
        </p:nvSpPr>
        <p:spPr>
          <a:xfrm>
            <a:off x="7399650" y="2372025"/>
            <a:ext cx="495000" cy="495000"/>
          </a:xfrm>
          <a:prstGeom prst="ellipse">
            <a:avLst/>
          </a:prstGeom>
          <a:solidFill>
            <a:schemeClr val="accent5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div</a:t>
            </a:r>
            <a:endParaRPr sz="1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9" name="Google Shape;1639;g34a49210254_0_122"/>
          <p:cNvSpPr/>
          <p:nvPr/>
        </p:nvSpPr>
        <p:spPr>
          <a:xfrm>
            <a:off x="8017106" y="2372025"/>
            <a:ext cx="495000" cy="495000"/>
          </a:xfrm>
          <a:prstGeom prst="ellipse">
            <a:avLst/>
          </a:prstGeom>
          <a:solidFill>
            <a:schemeClr val="accent5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div</a:t>
            </a:r>
            <a:endParaRPr sz="1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44" name="Google Shape;1644;g34a49210254_0_122"/>
          <p:cNvCxnSpPr>
            <a:endCxn id="1627" idx="1"/>
          </p:cNvCxnSpPr>
          <p:nvPr/>
        </p:nvCxnSpPr>
        <p:spPr>
          <a:xfrm>
            <a:off x="3532672" y="1955910"/>
            <a:ext cx="393600" cy="5322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45" name="Google Shape;1645;g34a49210254_0_122"/>
          <p:cNvSpPr/>
          <p:nvPr/>
        </p:nvSpPr>
        <p:spPr>
          <a:xfrm>
            <a:off x="6782194" y="2372025"/>
            <a:ext cx="495000" cy="495000"/>
          </a:xfrm>
          <a:prstGeom prst="ellipse">
            <a:avLst/>
          </a:prstGeom>
          <a:solidFill>
            <a:schemeClr val="accent5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div</a:t>
            </a:r>
            <a:endParaRPr sz="1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6" name="Google Shape;1646;g34a49210254_0_122"/>
          <p:cNvSpPr/>
          <p:nvPr/>
        </p:nvSpPr>
        <p:spPr>
          <a:xfrm>
            <a:off x="7399650" y="3114394"/>
            <a:ext cx="495000" cy="495000"/>
          </a:xfrm>
          <a:prstGeom prst="ellipse">
            <a:avLst/>
          </a:prstGeom>
          <a:solidFill>
            <a:schemeClr val="accent5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div</a:t>
            </a:r>
            <a:endParaRPr sz="1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47" name="Google Shape;1647;g34a49210254_0_122"/>
          <p:cNvCxnSpPr>
            <a:stCxn id="1642" idx="3"/>
            <a:endCxn id="1645" idx="7"/>
          </p:cNvCxnSpPr>
          <p:nvPr/>
        </p:nvCxnSpPr>
        <p:spPr>
          <a:xfrm flipH="1">
            <a:off x="7204841" y="2052165"/>
            <a:ext cx="267300" cy="3924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41" name="Google Shape;1641;g34a49210254_0_122"/>
          <p:cNvSpPr/>
          <p:nvPr/>
        </p:nvSpPr>
        <p:spPr>
          <a:xfrm>
            <a:off x="7406288" y="3856763"/>
            <a:ext cx="495000" cy="495000"/>
          </a:xfrm>
          <a:prstGeom prst="ellipse">
            <a:avLst/>
          </a:prstGeom>
          <a:solidFill>
            <a:schemeClr val="accent5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div</a:t>
            </a:r>
            <a:endParaRPr sz="1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8" name="Google Shape;1648;g34a49210254_0_122"/>
          <p:cNvSpPr txBox="1"/>
          <p:nvPr/>
        </p:nvSpPr>
        <p:spPr>
          <a:xfrm>
            <a:off x="595163" y="1044956"/>
            <a:ext cx="11787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Virtual Dom</a:t>
            </a:r>
            <a:endParaRPr b="1"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9" name="Google Shape;1649;g34a49210254_0_122"/>
          <p:cNvSpPr txBox="1"/>
          <p:nvPr/>
        </p:nvSpPr>
        <p:spPr>
          <a:xfrm>
            <a:off x="3140119" y="1044956"/>
            <a:ext cx="11787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Update</a:t>
            </a:r>
            <a:endParaRPr b="1"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50" name="Google Shape;1650;g34a49210254_0_122"/>
          <p:cNvGrpSpPr/>
          <p:nvPr/>
        </p:nvGrpSpPr>
        <p:grpSpPr>
          <a:xfrm>
            <a:off x="2618869" y="1673250"/>
            <a:ext cx="1112456" cy="2227106"/>
            <a:chOff x="2618869" y="1673250"/>
            <a:chExt cx="1112456" cy="2227106"/>
          </a:xfrm>
        </p:grpSpPr>
        <p:cxnSp>
          <p:nvCxnSpPr>
            <p:cNvPr id="1651" name="Google Shape;1651;g34a49210254_0_122"/>
            <p:cNvCxnSpPr>
              <a:endCxn id="1637" idx="0"/>
            </p:cNvCxnSpPr>
            <p:nvPr/>
          </p:nvCxnSpPr>
          <p:spPr>
            <a:xfrm flipH="1">
              <a:off x="3490463" y="2035856"/>
              <a:ext cx="6600" cy="1864500"/>
            </a:xfrm>
            <a:prstGeom prst="straightConnector1">
              <a:avLst/>
            </a:prstGeom>
            <a:noFill/>
            <a:ln cap="flat" cmpd="sng" w="2857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1652" name="Google Shape;1652;g34a49210254_0_122"/>
            <p:cNvSpPr/>
            <p:nvPr/>
          </p:nvSpPr>
          <p:spPr>
            <a:xfrm>
              <a:off x="3236325" y="1673250"/>
              <a:ext cx="495000" cy="495000"/>
            </a:xfrm>
            <a:prstGeom prst="ellipse">
              <a:avLst/>
            </a:prstGeom>
            <a:solidFill>
              <a:schemeClr val="accent5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 sz="11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div</a:t>
              </a:r>
              <a:endParaRPr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3" name="Google Shape;1653;g34a49210254_0_122"/>
            <p:cNvSpPr/>
            <p:nvPr/>
          </p:nvSpPr>
          <p:spPr>
            <a:xfrm>
              <a:off x="3236325" y="2415619"/>
              <a:ext cx="495000" cy="495000"/>
            </a:xfrm>
            <a:prstGeom prst="ellipse">
              <a:avLst/>
            </a:prstGeom>
            <a:solidFill>
              <a:schemeClr val="accent5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 sz="11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div</a:t>
              </a:r>
              <a:endParaRPr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4" name="Google Shape;1654;g34a49210254_0_122"/>
            <p:cNvSpPr/>
            <p:nvPr/>
          </p:nvSpPr>
          <p:spPr>
            <a:xfrm>
              <a:off x="2618869" y="2415619"/>
              <a:ext cx="495000" cy="495000"/>
            </a:xfrm>
            <a:prstGeom prst="ellipse">
              <a:avLst/>
            </a:prstGeom>
            <a:solidFill>
              <a:schemeClr val="accent5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 sz="11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div</a:t>
              </a:r>
              <a:endParaRPr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5" name="Google Shape;1655;g34a49210254_0_122"/>
            <p:cNvSpPr/>
            <p:nvPr/>
          </p:nvSpPr>
          <p:spPr>
            <a:xfrm>
              <a:off x="3236325" y="3157988"/>
              <a:ext cx="495000" cy="495000"/>
            </a:xfrm>
            <a:prstGeom prst="ellipse">
              <a:avLst/>
            </a:prstGeom>
            <a:solidFill>
              <a:schemeClr val="accent5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tr-TR" sz="11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div</a:t>
              </a:r>
              <a:endParaRPr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656" name="Google Shape;1656;g34a49210254_0_122"/>
            <p:cNvCxnSpPr>
              <a:stCxn id="1652" idx="3"/>
              <a:endCxn id="1654" idx="7"/>
            </p:cNvCxnSpPr>
            <p:nvPr/>
          </p:nvCxnSpPr>
          <p:spPr>
            <a:xfrm flipH="1">
              <a:off x="3041516" y="2095759"/>
              <a:ext cx="267300" cy="392400"/>
            </a:xfrm>
            <a:prstGeom prst="straightConnector1">
              <a:avLst/>
            </a:prstGeom>
            <a:noFill/>
            <a:ln cap="flat" cmpd="sng" w="2857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657" name="Google Shape;1657;g34a49210254_0_122"/>
          <p:cNvSpPr txBox="1"/>
          <p:nvPr/>
        </p:nvSpPr>
        <p:spPr>
          <a:xfrm>
            <a:off x="6988254" y="1044950"/>
            <a:ext cx="18789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Render to DOM</a:t>
            </a:r>
            <a:endParaRPr b="1"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58" name="Google Shape;1658;g34a49210254_0_1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97868" y="210806"/>
            <a:ext cx="782736" cy="712781"/>
          </a:xfrm>
          <a:prstGeom prst="rect">
            <a:avLst/>
          </a:prstGeom>
          <a:noFill/>
          <a:ln>
            <a:noFill/>
          </a:ln>
        </p:spPr>
      </p:pic>
      <p:sp>
        <p:nvSpPr>
          <p:cNvPr id="1659" name="Google Shape;1659;g34a49210254_0_122"/>
          <p:cNvSpPr/>
          <p:nvPr/>
        </p:nvSpPr>
        <p:spPr>
          <a:xfrm>
            <a:off x="5205028" y="2415619"/>
            <a:ext cx="782700" cy="6090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0" name="Google Shape;1660;g34a49210254_0_122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5" name="Shape 1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g34a49210254_0_267"/>
          <p:cNvSpPr/>
          <p:nvPr/>
        </p:nvSpPr>
        <p:spPr>
          <a:xfrm>
            <a:off x="294878" y="287688"/>
            <a:ext cx="60152" cy="63317"/>
          </a:xfrm>
          <a:custGeom>
            <a:rect b="b" l="l" r="r" t="t"/>
            <a:pathLst>
              <a:path extrusionOk="0" h="140" w="133">
                <a:moveTo>
                  <a:pt x="133" y="72"/>
                </a:moveTo>
                <a:lnTo>
                  <a:pt x="84" y="54"/>
                </a:lnTo>
                <a:lnTo>
                  <a:pt x="86" y="0"/>
                </a:lnTo>
                <a:lnTo>
                  <a:pt x="53" y="43"/>
                </a:lnTo>
                <a:lnTo>
                  <a:pt x="4" y="23"/>
                </a:lnTo>
                <a:lnTo>
                  <a:pt x="33" y="68"/>
                </a:lnTo>
                <a:lnTo>
                  <a:pt x="0" y="109"/>
                </a:lnTo>
                <a:lnTo>
                  <a:pt x="51" y="95"/>
                </a:lnTo>
                <a:lnTo>
                  <a:pt x="80" y="140"/>
                </a:lnTo>
                <a:lnTo>
                  <a:pt x="82" y="86"/>
                </a:lnTo>
                <a:lnTo>
                  <a:pt x="133" y="7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7" name="Google Shape;1667;g34a49210254_0_267"/>
          <p:cNvSpPr/>
          <p:nvPr/>
        </p:nvSpPr>
        <p:spPr>
          <a:xfrm>
            <a:off x="297592" y="202209"/>
            <a:ext cx="19448" cy="92715"/>
          </a:xfrm>
          <a:custGeom>
            <a:rect b="b" l="l" r="r" t="t"/>
            <a:pathLst>
              <a:path extrusionOk="0" h="205" w="43">
                <a:moveTo>
                  <a:pt x="43" y="0"/>
                </a:moveTo>
                <a:lnTo>
                  <a:pt x="0" y="45"/>
                </a:lnTo>
                <a:lnTo>
                  <a:pt x="0" y="205"/>
                </a:lnTo>
                <a:lnTo>
                  <a:pt x="43" y="164"/>
                </a:lnTo>
                <a:lnTo>
                  <a:pt x="43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8" name="Google Shape;1668;g34a49210254_0_267"/>
          <p:cNvSpPr/>
          <p:nvPr/>
        </p:nvSpPr>
        <p:spPr>
          <a:xfrm>
            <a:off x="212114" y="148390"/>
            <a:ext cx="19448" cy="194927"/>
          </a:xfrm>
          <a:custGeom>
            <a:rect b="b" l="l" r="r" t="t"/>
            <a:pathLst>
              <a:path extrusionOk="0" h="431" w="43">
                <a:moveTo>
                  <a:pt x="0" y="0"/>
                </a:moveTo>
                <a:lnTo>
                  <a:pt x="43" y="47"/>
                </a:lnTo>
                <a:lnTo>
                  <a:pt x="43" y="431"/>
                </a:lnTo>
                <a:lnTo>
                  <a:pt x="0" y="390"/>
                </a:lnTo>
                <a:lnTo>
                  <a:pt x="0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9" name="Google Shape;1669;g34a49210254_0_267"/>
          <p:cNvSpPr/>
          <p:nvPr/>
        </p:nvSpPr>
        <p:spPr>
          <a:xfrm>
            <a:off x="239701" y="171455"/>
            <a:ext cx="19448" cy="265933"/>
          </a:xfrm>
          <a:custGeom>
            <a:rect b="b" l="l" r="r" t="t"/>
            <a:pathLst>
              <a:path extrusionOk="0" h="588" w="43">
                <a:moveTo>
                  <a:pt x="43" y="43"/>
                </a:moveTo>
                <a:lnTo>
                  <a:pt x="0" y="0"/>
                </a:lnTo>
                <a:lnTo>
                  <a:pt x="0" y="23"/>
                </a:lnTo>
                <a:lnTo>
                  <a:pt x="0" y="23"/>
                </a:lnTo>
                <a:lnTo>
                  <a:pt x="0" y="261"/>
                </a:lnTo>
                <a:lnTo>
                  <a:pt x="0" y="261"/>
                </a:lnTo>
                <a:lnTo>
                  <a:pt x="0" y="284"/>
                </a:lnTo>
                <a:lnTo>
                  <a:pt x="0" y="417"/>
                </a:lnTo>
                <a:lnTo>
                  <a:pt x="0" y="442"/>
                </a:lnTo>
                <a:lnTo>
                  <a:pt x="0" y="442"/>
                </a:lnTo>
                <a:lnTo>
                  <a:pt x="0" y="442"/>
                </a:lnTo>
                <a:lnTo>
                  <a:pt x="0" y="461"/>
                </a:lnTo>
                <a:lnTo>
                  <a:pt x="0" y="461"/>
                </a:lnTo>
                <a:lnTo>
                  <a:pt x="0" y="467"/>
                </a:lnTo>
                <a:lnTo>
                  <a:pt x="0" y="487"/>
                </a:lnTo>
                <a:lnTo>
                  <a:pt x="0" y="487"/>
                </a:lnTo>
                <a:lnTo>
                  <a:pt x="2" y="500"/>
                </a:lnTo>
                <a:lnTo>
                  <a:pt x="4" y="516"/>
                </a:lnTo>
                <a:lnTo>
                  <a:pt x="7" y="530"/>
                </a:lnTo>
                <a:lnTo>
                  <a:pt x="13" y="541"/>
                </a:lnTo>
                <a:lnTo>
                  <a:pt x="19" y="555"/>
                </a:lnTo>
                <a:lnTo>
                  <a:pt x="25" y="567"/>
                </a:lnTo>
                <a:lnTo>
                  <a:pt x="33" y="578"/>
                </a:lnTo>
                <a:lnTo>
                  <a:pt x="43" y="588"/>
                </a:lnTo>
                <a:lnTo>
                  <a:pt x="43" y="4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0" name="Google Shape;1670;g34a49210254_0_267"/>
          <p:cNvSpPr/>
          <p:nvPr/>
        </p:nvSpPr>
        <p:spPr>
          <a:xfrm>
            <a:off x="268647" y="201305"/>
            <a:ext cx="19448" cy="255531"/>
          </a:xfrm>
          <a:custGeom>
            <a:rect b="b" l="l" r="r" t="t"/>
            <a:pathLst>
              <a:path extrusionOk="0" h="565" w="43">
                <a:moveTo>
                  <a:pt x="43" y="329"/>
                </a:moveTo>
                <a:lnTo>
                  <a:pt x="43" y="329"/>
                </a:lnTo>
                <a:lnTo>
                  <a:pt x="43" y="232"/>
                </a:lnTo>
                <a:lnTo>
                  <a:pt x="43" y="208"/>
                </a:lnTo>
                <a:lnTo>
                  <a:pt x="43" y="208"/>
                </a:lnTo>
                <a:lnTo>
                  <a:pt x="43" y="43"/>
                </a:lnTo>
                <a:lnTo>
                  <a:pt x="0" y="0"/>
                </a:lnTo>
                <a:lnTo>
                  <a:pt x="0" y="542"/>
                </a:lnTo>
                <a:lnTo>
                  <a:pt x="0" y="542"/>
                </a:lnTo>
                <a:lnTo>
                  <a:pt x="19" y="555"/>
                </a:lnTo>
                <a:lnTo>
                  <a:pt x="41" y="565"/>
                </a:lnTo>
                <a:lnTo>
                  <a:pt x="41" y="565"/>
                </a:lnTo>
                <a:lnTo>
                  <a:pt x="43" y="565"/>
                </a:lnTo>
                <a:lnTo>
                  <a:pt x="43" y="32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1" name="Google Shape;1671;g34a49210254_0_267"/>
          <p:cNvSpPr/>
          <p:nvPr/>
        </p:nvSpPr>
        <p:spPr>
          <a:xfrm>
            <a:off x="298496" y="332462"/>
            <a:ext cx="82765" cy="129801"/>
          </a:xfrm>
          <a:custGeom>
            <a:rect b="b" l="l" r="r" t="t"/>
            <a:pathLst>
              <a:path extrusionOk="0" h="287" w="183">
                <a:moveTo>
                  <a:pt x="181" y="109"/>
                </a:moveTo>
                <a:lnTo>
                  <a:pt x="181" y="109"/>
                </a:lnTo>
                <a:lnTo>
                  <a:pt x="175" y="90"/>
                </a:lnTo>
                <a:lnTo>
                  <a:pt x="170" y="72"/>
                </a:lnTo>
                <a:lnTo>
                  <a:pt x="160" y="57"/>
                </a:lnTo>
                <a:lnTo>
                  <a:pt x="148" y="41"/>
                </a:lnTo>
                <a:lnTo>
                  <a:pt x="135" y="28"/>
                </a:lnTo>
                <a:lnTo>
                  <a:pt x="121" y="16"/>
                </a:lnTo>
                <a:lnTo>
                  <a:pt x="105" y="6"/>
                </a:lnTo>
                <a:lnTo>
                  <a:pt x="88" y="0"/>
                </a:lnTo>
                <a:lnTo>
                  <a:pt x="88" y="0"/>
                </a:lnTo>
                <a:lnTo>
                  <a:pt x="103" y="10"/>
                </a:lnTo>
                <a:lnTo>
                  <a:pt x="103" y="10"/>
                </a:lnTo>
                <a:lnTo>
                  <a:pt x="113" y="22"/>
                </a:lnTo>
                <a:lnTo>
                  <a:pt x="123" y="35"/>
                </a:lnTo>
                <a:lnTo>
                  <a:pt x="129" y="51"/>
                </a:lnTo>
                <a:lnTo>
                  <a:pt x="131" y="68"/>
                </a:lnTo>
                <a:lnTo>
                  <a:pt x="131" y="68"/>
                </a:lnTo>
                <a:lnTo>
                  <a:pt x="129" y="86"/>
                </a:lnTo>
                <a:lnTo>
                  <a:pt x="123" y="100"/>
                </a:lnTo>
                <a:lnTo>
                  <a:pt x="117" y="113"/>
                </a:lnTo>
                <a:lnTo>
                  <a:pt x="107" y="125"/>
                </a:lnTo>
                <a:lnTo>
                  <a:pt x="96" y="137"/>
                </a:lnTo>
                <a:lnTo>
                  <a:pt x="82" y="142"/>
                </a:lnTo>
                <a:lnTo>
                  <a:pt x="66" y="148"/>
                </a:lnTo>
                <a:lnTo>
                  <a:pt x="51" y="150"/>
                </a:lnTo>
                <a:lnTo>
                  <a:pt x="51" y="150"/>
                </a:lnTo>
                <a:lnTo>
                  <a:pt x="35" y="148"/>
                </a:lnTo>
                <a:lnTo>
                  <a:pt x="22" y="144"/>
                </a:lnTo>
                <a:lnTo>
                  <a:pt x="10" y="139"/>
                </a:lnTo>
                <a:lnTo>
                  <a:pt x="0" y="129"/>
                </a:lnTo>
                <a:lnTo>
                  <a:pt x="0" y="283"/>
                </a:lnTo>
                <a:lnTo>
                  <a:pt x="0" y="283"/>
                </a:lnTo>
                <a:lnTo>
                  <a:pt x="16" y="285"/>
                </a:lnTo>
                <a:lnTo>
                  <a:pt x="31" y="287"/>
                </a:lnTo>
                <a:lnTo>
                  <a:pt x="49" y="287"/>
                </a:lnTo>
                <a:lnTo>
                  <a:pt x="64" y="285"/>
                </a:lnTo>
                <a:lnTo>
                  <a:pt x="64" y="285"/>
                </a:lnTo>
                <a:lnTo>
                  <a:pt x="82" y="279"/>
                </a:lnTo>
                <a:lnTo>
                  <a:pt x="99" y="273"/>
                </a:lnTo>
                <a:lnTo>
                  <a:pt x="115" y="263"/>
                </a:lnTo>
                <a:lnTo>
                  <a:pt x="129" y="253"/>
                </a:lnTo>
                <a:lnTo>
                  <a:pt x="142" y="242"/>
                </a:lnTo>
                <a:lnTo>
                  <a:pt x="152" y="230"/>
                </a:lnTo>
                <a:lnTo>
                  <a:pt x="162" y="216"/>
                </a:lnTo>
                <a:lnTo>
                  <a:pt x="170" y="201"/>
                </a:lnTo>
                <a:lnTo>
                  <a:pt x="170" y="201"/>
                </a:lnTo>
                <a:lnTo>
                  <a:pt x="172" y="197"/>
                </a:lnTo>
                <a:lnTo>
                  <a:pt x="172" y="197"/>
                </a:lnTo>
                <a:lnTo>
                  <a:pt x="172" y="197"/>
                </a:lnTo>
                <a:lnTo>
                  <a:pt x="179" y="176"/>
                </a:lnTo>
                <a:lnTo>
                  <a:pt x="183" y="154"/>
                </a:lnTo>
                <a:lnTo>
                  <a:pt x="183" y="131"/>
                </a:lnTo>
                <a:lnTo>
                  <a:pt x="181" y="109"/>
                </a:lnTo>
                <a:lnTo>
                  <a:pt x="181" y="10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2" name="Google Shape;1672;g34a49210254_0_267"/>
          <p:cNvSpPr/>
          <p:nvPr/>
        </p:nvSpPr>
        <p:spPr>
          <a:xfrm>
            <a:off x="423775" y="210802"/>
            <a:ext cx="128443" cy="145630"/>
          </a:xfrm>
          <a:custGeom>
            <a:rect b="b" l="l" r="r" t="t"/>
            <a:pathLst>
              <a:path extrusionOk="0" h="322" w="284">
                <a:moveTo>
                  <a:pt x="253" y="302"/>
                </a:moveTo>
                <a:lnTo>
                  <a:pt x="253" y="302"/>
                </a:lnTo>
                <a:lnTo>
                  <a:pt x="239" y="310"/>
                </a:lnTo>
                <a:lnTo>
                  <a:pt x="222" y="316"/>
                </a:lnTo>
                <a:lnTo>
                  <a:pt x="200" y="320"/>
                </a:lnTo>
                <a:lnTo>
                  <a:pt x="175" y="322"/>
                </a:lnTo>
                <a:lnTo>
                  <a:pt x="0" y="322"/>
                </a:lnTo>
                <a:lnTo>
                  <a:pt x="0" y="0"/>
                </a:lnTo>
                <a:lnTo>
                  <a:pt x="163" y="0"/>
                </a:lnTo>
                <a:lnTo>
                  <a:pt x="163" y="0"/>
                </a:lnTo>
                <a:lnTo>
                  <a:pt x="189" y="0"/>
                </a:lnTo>
                <a:lnTo>
                  <a:pt x="189" y="0"/>
                </a:lnTo>
                <a:lnTo>
                  <a:pt x="200" y="2"/>
                </a:lnTo>
                <a:lnTo>
                  <a:pt x="200" y="2"/>
                </a:lnTo>
                <a:lnTo>
                  <a:pt x="206" y="4"/>
                </a:lnTo>
                <a:lnTo>
                  <a:pt x="206" y="4"/>
                </a:lnTo>
                <a:lnTo>
                  <a:pt x="228" y="8"/>
                </a:lnTo>
                <a:lnTo>
                  <a:pt x="249" y="16"/>
                </a:lnTo>
                <a:lnTo>
                  <a:pt x="249" y="16"/>
                </a:lnTo>
                <a:lnTo>
                  <a:pt x="259" y="22"/>
                </a:lnTo>
                <a:lnTo>
                  <a:pt x="266" y="30"/>
                </a:lnTo>
                <a:lnTo>
                  <a:pt x="272" y="39"/>
                </a:lnTo>
                <a:lnTo>
                  <a:pt x="276" y="51"/>
                </a:lnTo>
                <a:lnTo>
                  <a:pt x="280" y="71"/>
                </a:lnTo>
                <a:lnTo>
                  <a:pt x="282" y="96"/>
                </a:lnTo>
                <a:lnTo>
                  <a:pt x="282" y="96"/>
                </a:lnTo>
                <a:lnTo>
                  <a:pt x="282" y="106"/>
                </a:lnTo>
                <a:lnTo>
                  <a:pt x="278" y="113"/>
                </a:lnTo>
                <a:lnTo>
                  <a:pt x="274" y="121"/>
                </a:lnTo>
                <a:lnTo>
                  <a:pt x="268" y="131"/>
                </a:lnTo>
                <a:lnTo>
                  <a:pt x="268" y="131"/>
                </a:lnTo>
                <a:lnTo>
                  <a:pt x="255" y="147"/>
                </a:lnTo>
                <a:lnTo>
                  <a:pt x="235" y="160"/>
                </a:lnTo>
                <a:lnTo>
                  <a:pt x="235" y="160"/>
                </a:lnTo>
                <a:lnTo>
                  <a:pt x="245" y="166"/>
                </a:lnTo>
                <a:lnTo>
                  <a:pt x="255" y="174"/>
                </a:lnTo>
                <a:lnTo>
                  <a:pt x="263" y="180"/>
                </a:lnTo>
                <a:lnTo>
                  <a:pt x="270" y="189"/>
                </a:lnTo>
                <a:lnTo>
                  <a:pt x="270" y="189"/>
                </a:lnTo>
                <a:lnTo>
                  <a:pt x="276" y="199"/>
                </a:lnTo>
                <a:lnTo>
                  <a:pt x="280" y="211"/>
                </a:lnTo>
                <a:lnTo>
                  <a:pt x="282" y="226"/>
                </a:lnTo>
                <a:lnTo>
                  <a:pt x="284" y="244"/>
                </a:lnTo>
                <a:lnTo>
                  <a:pt x="284" y="244"/>
                </a:lnTo>
                <a:lnTo>
                  <a:pt x="282" y="261"/>
                </a:lnTo>
                <a:lnTo>
                  <a:pt x="276" y="277"/>
                </a:lnTo>
                <a:lnTo>
                  <a:pt x="266" y="291"/>
                </a:lnTo>
                <a:lnTo>
                  <a:pt x="253" y="302"/>
                </a:lnTo>
                <a:lnTo>
                  <a:pt x="253" y="302"/>
                </a:lnTo>
                <a:close/>
                <a:moveTo>
                  <a:pt x="198" y="67"/>
                </a:moveTo>
                <a:lnTo>
                  <a:pt x="198" y="67"/>
                </a:lnTo>
                <a:lnTo>
                  <a:pt x="191" y="63"/>
                </a:lnTo>
                <a:lnTo>
                  <a:pt x="183" y="61"/>
                </a:lnTo>
                <a:lnTo>
                  <a:pt x="175" y="59"/>
                </a:lnTo>
                <a:lnTo>
                  <a:pt x="165" y="57"/>
                </a:lnTo>
                <a:lnTo>
                  <a:pt x="66" y="57"/>
                </a:lnTo>
                <a:lnTo>
                  <a:pt x="66" y="133"/>
                </a:lnTo>
                <a:lnTo>
                  <a:pt x="165" y="133"/>
                </a:lnTo>
                <a:lnTo>
                  <a:pt x="165" y="133"/>
                </a:lnTo>
                <a:lnTo>
                  <a:pt x="183" y="129"/>
                </a:lnTo>
                <a:lnTo>
                  <a:pt x="191" y="127"/>
                </a:lnTo>
                <a:lnTo>
                  <a:pt x="196" y="123"/>
                </a:lnTo>
                <a:lnTo>
                  <a:pt x="196" y="123"/>
                </a:lnTo>
                <a:lnTo>
                  <a:pt x="202" y="119"/>
                </a:lnTo>
                <a:lnTo>
                  <a:pt x="206" y="113"/>
                </a:lnTo>
                <a:lnTo>
                  <a:pt x="208" y="106"/>
                </a:lnTo>
                <a:lnTo>
                  <a:pt x="210" y="96"/>
                </a:lnTo>
                <a:lnTo>
                  <a:pt x="210" y="96"/>
                </a:lnTo>
                <a:lnTo>
                  <a:pt x="208" y="86"/>
                </a:lnTo>
                <a:lnTo>
                  <a:pt x="206" y="78"/>
                </a:lnTo>
                <a:lnTo>
                  <a:pt x="202" y="73"/>
                </a:lnTo>
                <a:lnTo>
                  <a:pt x="198" y="67"/>
                </a:lnTo>
                <a:lnTo>
                  <a:pt x="198" y="67"/>
                </a:lnTo>
                <a:close/>
                <a:moveTo>
                  <a:pt x="198" y="197"/>
                </a:moveTo>
                <a:lnTo>
                  <a:pt x="198" y="197"/>
                </a:lnTo>
                <a:lnTo>
                  <a:pt x="194" y="195"/>
                </a:lnTo>
                <a:lnTo>
                  <a:pt x="185" y="193"/>
                </a:lnTo>
                <a:lnTo>
                  <a:pt x="159" y="191"/>
                </a:lnTo>
                <a:lnTo>
                  <a:pt x="120" y="189"/>
                </a:lnTo>
                <a:lnTo>
                  <a:pt x="66" y="189"/>
                </a:lnTo>
                <a:lnTo>
                  <a:pt x="66" y="265"/>
                </a:lnTo>
                <a:lnTo>
                  <a:pt x="165" y="265"/>
                </a:lnTo>
                <a:lnTo>
                  <a:pt x="165" y="265"/>
                </a:lnTo>
                <a:lnTo>
                  <a:pt x="183" y="263"/>
                </a:lnTo>
                <a:lnTo>
                  <a:pt x="191" y="260"/>
                </a:lnTo>
                <a:lnTo>
                  <a:pt x="198" y="258"/>
                </a:lnTo>
                <a:lnTo>
                  <a:pt x="198" y="258"/>
                </a:lnTo>
                <a:lnTo>
                  <a:pt x="204" y="252"/>
                </a:lnTo>
                <a:lnTo>
                  <a:pt x="208" y="246"/>
                </a:lnTo>
                <a:lnTo>
                  <a:pt x="210" y="238"/>
                </a:lnTo>
                <a:lnTo>
                  <a:pt x="210" y="228"/>
                </a:lnTo>
                <a:lnTo>
                  <a:pt x="210" y="228"/>
                </a:lnTo>
                <a:lnTo>
                  <a:pt x="210" y="219"/>
                </a:lnTo>
                <a:lnTo>
                  <a:pt x="208" y="211"/>
                </a:lnTo>
                <a:lnTo>
                  <a:pt x="204" y="203"/>
                </a:lnTo>
                <a:lnTo>
                  <a:pt x="198" y="197"/>
                </a:lnTo>
                <a:lnTo>
                  <a:pt x="198" y="19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3" name="Google Shape;1673;g34a49210254_0_267"/>
          <p:cNvSpPr/>
          <p:nvPr/>
        </p:nvSpPr>
        <p:spPr>
          <a:xfrm>
            <a:off x="560811" y="210802"/>
            <a:ext cx="125279" cy="145630"/>
          </a:xfrm>
          <a:custGeom>
            <a:rect b="b" l="l" r="r" t="t"/>
            <a:pathLst>
              <a:path extrusionOk="0" h="322" w="277">
                <a:moveTo>
                  <a:pt x="174" y="57"/>
                </a:moveTo>
                <a:lnTo>
                  <a:pt x="174" y="322"/>
                </a:lnTo>
                <a:lnTo>
                  <a:pt x="104" y="322"/>
                </a:lnTo>
                <a:lnTo>
                  <a:pt x="104" y="57"/>
                </a:lnTo>
                <a:lnTo>
                  <a:pt x="0" y="57"/>
                </a:lnTo>
                <a:lnTo>
                  <a:pt x="0" y="0"/>
                </a:lnTo>
                <a:lnTo>
                  <a:pt x="277" y="0"/>
                </a:lnTo>
                <a:lnTo>
                  <a:pt x="277" y="57"/>
                </a:lnTo>
                <a:lnTo>
                  <a:pt x="174" y="5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4" name="Google Shape;1674;g34a49210254_0_267"/>
          <p:cNvSpPr/>
          <p:nvPr/>
        </p:nvSpPr>
        <p:spPr>
          <a:xfrm>
            <a:off x="701014" y="210802"/>
            <a:ext cx="125279" cy="145630"/>
          </a:xfrm>
          <a:custGeom>
            <a:rect b="b" l="l" r="r" t="t"/>
            <a:pathLst>
              <a:path extrusionOk="0" h="322" w="277">
                <a:moveTo>
                  <a:pt x="189" y="322"/>
                </a:moveTo>
                <a:lnTo>
                  <a:pt x="68" y="162"/>
                </a:lnTo>
                <a:lnTo>
                  <a:pt x="68" y="322"/>
                </a:lnTo>
                <a:lnTo>
                  <a:pt x="0" y="322"/>
                </a:lnTo>
                <a:lnTo>
                  <a:pt x="0" y="0"/>
                </a:lnTo>
                <a:lnTo>
                  <a:pt x="68" y="0"/>
                </a:lnTo>
                <a:lnTo>
                  <a:pt x="68" y="154"/>
                </a:lnTo>
                <a:lnTo>
                  <a:pt x="195" y="0"/>
                </a:lnTo>
                <a:lnTo>
                  <a:pt x="275" y="0"/>
                </a:lnTo>
                <a:lnTo>
                  <a:pt x="146" y="158"/>
                </a:lnTo>
                <a:lnTo>
                  <a:pt x="277" y="322"/>
                </a:lnTo>
                <a:lnTo>
                  <a:pt x="189" y="32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5" name="Google Shape;1675;g34a49210254_0_267"/>
          <p:cNvSpPr/>
          <p:nvPr/>
        </p:nvSpPr>
        <p:spPr>
          <a:xfrm>
            <a:off x="419252" y="377689"/>
            <a:ext cx="89097" cy="82765"/>
          </a:xfrm>
          <a:custGeom>
            <a:rect b="b" l="l" r="r" t="t"/>
            <a:pathLst>
              <a:path extrusionOk="0" h="183" w="197">
                <a:moveTo>
                  <a:pt x="154" y="183"/>
                </a:moveTo>
                <a:lnTo>
                  <a:pt x="136" y="140"/>
                </a:lnTo>
                <a:lnTo>
                  <a:pt x="56" y="140"/>
                </a:lnTo>
                <a:lnTo>
                  <a:pt x="41" y="183"/>
                </a:lnTo>
                <a:lnTo>
                  <a:pt x="0" y="183"/>
                </a:lnTo>
                <a:lnTo>
                  <a:pt x="78" y="0"/>
                </a:lnTo>
                <a:lnTo>
                  <a:pt x="117" y="0"/>
                </a:lnTo>
                <a:lnTo>
                  <a:pt x="197" y="183"/>
                </a:lnTo>
                <a:lnTo>
                  <a:pt x="154" y="183"/>
                </a:lnTo>
                <a:close/>
                <a:moveTo>
                  <a:pt x="95" y="37"/>
                </a:moveTo>
                <a:lnTo>
                  <a:pt x="68" y="107"/>
                </a:lnTo>
                <a:lnTo>
                  <a:pt x="125" y="107"/>
                </a:lnTo>
                <a:lnTo>
                  <a:pt x="95" y="3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6" name="Google Shape;1676;g34a49210254_0_267"/>
          <p:cNvSpPr/>
          <p:nvPr/>
        </p:nvSpPr>
        <p:spPr>
          <a:xfrm>
            <a:off x="513323" y="377689"/>
            <a:ext cx="71459" cy="82765"/>
          </a:xfrm>
          <a:custGeom>
            <a:rect b="b" l="l" r="r" t="t"/>
            <a:pathLst>
              <a:path extrusionOk="0" h="183" w="158">
                <a:moveTo>
                  <a:pt x="109" y="183"/>
                </a:moveTo>
                <a:lnTo>
                  <a:pt x="39" y="93"/>
                </a:lnTo>
                <a:lnTo>
                  <a:pt x="39" y="183"/>
                </a:lnTo>
                <a:lnTo>
                  <a:pt x="0" y="183"/>
                </a:lnTo>
                <a:lnTo>
                  <a:pt x="0" y="0"/>
                </a:lnTo>
                <a:lnTo>
                  <a:pt x="39" y="0"/>
                </a:lnTo>
                <a:lnTo>
                  <a:pt x="39" y="89"/>
                </a:lnTo>
                <a:lnTo>
                  <a:pt x="111" y="0"/>
                </a:lnTo>
                <a:lnTo>
                  <a:pt x="158" y="0"/>
                </a:lnTo>
                <a:lnTo>
                  <a:pt x="84" y="89"/>
                </a:lnTo>
                <a:lnTo>
                  <a:pt x="158" y="183"/>
                </a:lnTo>
                <a:lnTo>
                  <a:pt x="109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7" name="Google Shape;1677;g34a49210254_0_267"/>
          <p:cNvSpPr/>
          <p:nvPr/>
        </p:nvSpPr>
        <p:spPr>
          <a:xfrm>
            <a:off x="579354" y="377689"/>
            <a:ext cx="89097" cy="82765"/>
          </a:xfrm>
          <a:custGeom>
            <a:rect b="b" l="l" r="r" t="t"/>
            <a:pathLst>
              <a:path extrusionOk="0" h="183" w="197">
                <a:moveTo>
                  <a:pt x="154" y="183"/>
                </a:moveTo>
                <a:lnTo>
                  <a:pt x="137" y="140"/>
                </a:lnTo>
                <a:lnTo>
                  <a:pt x="59" y="140"/>
                </a:lnTo>
                <a:lnTo>
                  <a:pt x="41" y="183"/>
                </a:lnTo>
                <a:lnTo>
                  <a:pt x="0" y="183"/>
                </a:lnTo>
                <a:lnTo>
                  <a:pt x="78" y="0"/>
                </a:lnTo>
                <a:lnTo>
                  <a:pt x="119" y="0"/>
                </a:lnTo>
                <a:lnTo>
                  <a:pt x="197" y="183"/>
                </a:lnTo>
                <a:lnTo>
                  <a:pt x="154" y="183"/>
                </a:lnTo>
                <a:close/>
                <a:moveTo>
                  <a:pt x="98" y="37"/>
                </a:moveTo>
                <a:lnTo>
                  <a:pt x="70" y="107"/>
                </a:lnTo>
                <a:lnTo>
                  <a:pt x="125" y="107"/>
                </a:lnTo>
                <a:lnTo>
                  <a:pt x="98" y="3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8" name="Google Shape;1678;g34a49210254_0_267"/>
          <p:cNvSpPr/>
          <p:nvPr/>
        </p:nvSpPr>
        <p:spPr>
          <a:xfrm>
            <a:off x="674783" y="377689"/>
            <a:ext cx="76433" cy="82765"/>
          </a:xfrm>
          <a:custGeom>
            <a:rect b="b" l="l" r="r" t="t"/>
            <a:pathLst>
              <a:path extrusionOk="0" h="183" w="169">
                <a:moveTo>
                  <a:pt x="169" y="85"/>
                </a:moveTo>
                <a:lnTo>
                  <a:pt x="169" y="91"/>
                </a:lnTo>
                <a:lnTo>
                  <a:pt x="169" y="95"/>
                </a:lnTo>
                <a:lnTo>
                  <a:pt x="169" y="99"/>
                </a:lnTo>
                <a:lnTo>
                  <a:pt x="169" y="101"/>
                </a:lnTo>
                <a:lnTo>
                  <a:pt x="169" y="101"/>
                </a:lnTo>
                <a:lnTo>
                  <a:pt x="169" y="111"/>
                </a:lnTo>
                <a:lnTo>
                  <a:pt x="169" y="111"/>
                </a:lnTo>
                <a:lnTo>
                  <a:pt x="167" y="116"/>
                </a:lnTo>
                <a:lnTo>
                  <a:pt x="167" y="116"/>
                </a:lnTo>
                <a:lnTo>
                  <a:pt x="167" y="124"/>
                </a:lnTo>
                <a:lnTo>
                  <a:pt x="167" y="124"/>
                </a:lnTo>
                <a:lnTo>
                  <a:pt x="165" y="132"/>
                </a:lnTo>
                <a:lnTo>
                  <a:pt x="165" y="132"/>
                </a:lnTo>
                <a:lnTo>
                  <a:pt x="165" y="134"/>
                </a:lnTo>
                <a:lnTo>
                  <a:pt x="165" y="134"/>
                </a:lnTo>
                <a:lnTo>
                  <a:pt x="165" y="138"/>
                </a:lnTo>
                <a:lnTo>
                  <a:pt x="165" y="138"/>
                </a:lnTo>
                <a:lnTo>
                  <a:pt x="161" y="142"/>
                </a:lnTo>
                <a:lnTo>
                  <a:pt x="161" y="142"/>
                </a:lnTo>
                <a:lnTo>
                  <a:pt x="157" y="152"/>
                </a:lnTo>
                <a:lnTo>
                  <a:pt x="150" y="161"/>
                </a:lnTo>
                <a:lnTo>
                  <a:pt x="150" y="161"/>
                </a:lnTo>
                <a:lnTo>
                  <a:pt x="134" y="173"/>
                </a:lnTo>
                <a:lnTo>
                  <a:pt x="118" y="179"/>
                </a:lnTo>
                <a:lnTo>
                  <a:pt x="118" y="179"/>
                </a:lnTo>
                <a:lnTo>
                  <a:pt x="103" y="183"/>
                </a:lnTo>
                <a:lnTo>
                  <a:pt x="83" y="183"/>
                </a:lnTo>
                <a:lnTo>
                  <a:pt x="0" y="183"/>
                </a:lnTo>
                <a:lnTo>
                  <a:pt x="0" y="0"/>
                </a:lnTo>
                <a:lnTo>
                  <a:pt x="83" y="0"/>
                </a:lnTo>
                <a:lnTo>
                  <a:pt x="83" y="0"/>
                </a:lnTo>
                <a:lnTo>
                  <a:pt x="103" y="2"/>
                </a:lnTo>
                <a:lnTo>
                  <a:pt x="122" y="7"/>
                </a:lnTo>
                <a:lnTo>
                  <a:pt x="138" y="15"/>
                </a:lnTo>
                <a:lnTo>
                  <a:pt x="150" y="25"/>
                </a:lnTo>
                <a:lnTo>
                  <a:pt x="150" y="25"/>
                </a:lnTo>
                <a:lnTo>
                  <a:pt x="157" y="37"/>
                </a:lnTo>
                <a:lnTo>
                  <a:pt x="165" y="50"/>
                </a:lnTo>
                <a:lnTo>
                  <a:pt x="167" y="64"/>
                </a:lnTo>
                <a:lnTo>
                  <a:pt x="169" y="77"/>
                </a:lnTo>
                <a:lnTo>
                  <a:pt x="169" y="85"/>
                </a:lnTo>
                <a:close/>
                <a:moveTo>
                  <a:pt x="126" y="89"/>
                </a:moveTo>
                <a:lnTo>
                  <a:pt x="126" y="89"/>
                </a:lnTo>
                <a:lnTo>
                  <a:pt x="126" y="79"/>
                </a:lnTo>
                <a:lnTo>
                  <a:pt x="126" y="79"/>
                </a:lnTo>
                <a:lnTo>
                  <a:pt x="126" y="70"/>
                </a:lnTo>
                <a:lnTo>
                  <a:pt x="126" y="70"/>
                </a:lnTo>
                <a:lnTo>
                  <a:pt x="122" y="58"/>
                </a:lnTo>
                <a:lnTo>
                  <a:pt x="118" y="48"/>
                </a:lnTo>
                <a:lnTo>
                  <a:pt x="118" y="48"/>
                </a:lnTo>
                <a:lnTo>
                  <a:pt x="113" y="40"/>
                </a:lnTo>
                <a:lnTo>
                  <a:pt x="103" y="35"/>
                </a:lnTo>
                <a:lnTo>
                  <a:pt x="93" y="33"/>
                </a:lnTo>
                <a:lnTo>
                  <a:pt x="81" y="33"/>
                </a:lnTo>
                <a:lnTo>
                  <a:pt x="37" y="33"/>
                </a:lnTo>
                <a:lnTo>
                  <a:pt x="37" y="152"/>
                </a:lnTo>
                <a:lnTo>
                  <a:pt x="81" y="152"/>
                </a:lnTo>
                <a:lnTo>
                  <a:pt x="93" y="152"/>
                </a:lnTo>
                <a:lnTo>
                  <a:pt x="97" y="152"/>
                </a:lnTo>
                <a:lnTo>
                  <a:pt x="101" y="150"/>
                </a:lnTo>
                <a:lnTo>
                  <a:pt x="101" y="150"/>
                </a:lnTo>
                <a:lnTo>
                  <a:pt x="111" y="146"/>
                </a:lnTo>
                <a:lnTo>
                  <a:pt x="118" y="138"/>
                </a:lnTo>
                <a:lnTo>
                  <a:pt x="122" y="128"/>
                </a:lnTo>
                <a:lnTo>
                  <a:pt x="122" y="128"/>
                </a:lnTo>
                <a:lnTo>
                  <a:pt x="124" y="126"/>
                </a:lnTo>
                <a:lnTo>
                  <a:pt x="124" y="126"/>
                </a:lnTo>
                <a:lnTo>
                  <a:pt x="124" y="120"/>
                </a:lnTo>
                <a:lnTo>
                  <a:pt x="124" y="120"/>
                </a:lnTo>
                <a:lnTo>
                  <a:pt x="126" y="111"/>
                </a:lnTo>
                <a:lnTo>
                  <a:pt x="126" y="111"/>
                </a:lnTo>
                <a:lnTo>
                  <a:pt x="126" y="101"/>
                </a:lnTo>
                <a:lnTo>
                  <a:pt x="126" y="99"/>
                </a:lnTo>
                <a:lnTo>
                  <a:pt x="126" y="93"/>
                </a:lnTo>
                <a:lnTo>
                  <a:pt x="126" y="8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9" name="Google Shape;1679;g34a49210254_0_267"/>
          <p:cNvSpPr/>
          <p:nvPr/>
        </p:nvSpPr>
        <p:spPr>
          <a:xfrm>
            <a:off x="757547" y="377689"/>
            <a:ext cx="68745" cy="82765"/>
          </a:xfrm>
          <a:custGeom>
            <a:rect b="b" l="l" r="r" t="t"/>
            <a:pathLst>
              <a:path extrusionOk="0" h="183" w="152">
                <a:moveTo>
                  <a:pt x="85" y="183"/>
                </a:moveTo>
                <a:lnTo>
                  <a:pt x="70" y="183"/>
                </a:lnTo>
                <a:lnTo>
                  <a:pt x="64" y="183"/>
                </a:lnTo>
                <a:lnTo>
                  <a:pt x="64" y="183"/>
                </a:lnTo>
                <a:lnTo>
                  <a:pt x="58" y="183"/>
                </a:lnTo>
                <a:lnTo>
                  <a:pt x="58" y="183"/>
                </a:lnTo>
                <a:lnTo>
                  <a:pt x="56" y="181"/>
                </a:lnTo>
                <a:lnTo>
                  <a:pt x="56" y="181"/>
                </a:lnTo>
                <a:lnTo>
                  <a:pt x="54" y="181"/>
                </a:lnTo>
                <a:lnTo>
                  <a:pt x="54" y="181"/>
                </a:lnTo>
                <a:lnTo>
                  <a:pt x="43" y="177"/>
                </a:lnTo>
                <a:lnTo>
                  <a:pt x="31" y="169"/>
                </a:lnTo>
                <a:lnTo>
                  <a:pt x="21" y="159"/>
                </a:lnTo>
                <a:lnTo>
                  <a:pt x="13" y="148"/>
                </a:lnTo>
                <a:lnTo>
                  <a:pt x="13" y="148"/>
                </a:lnTo>
                <a:lnTo>
                  <a:pt x="8" y="138"/>
                </a:lnTo>
                <a:lnTo>
                  <a:pt x="4" y="126"/>
                </a:lnTo>
                <a:lnTo>
                  <a:pt x="4" y="126"/>
                </a:lnTo>
                <a:lnTo>
                  <a:pt x="2" y="114"/>
                </a:lnTo>
                <a:lnTo>
                  <a:pt x="0" y="101"/>
                </a:lnTo>
                <a:lnTo>
                  <a:pt x="0" y="101"/>
                </a:lnTo>
                <a:lnTo>
                  <a:pt x="2" y="77"/>
                </a:lnTo>
                <a:lnTo>
                  <a:pt x="4" y="58"/>
                </a:lnTo>
                <a:lnTo>
                  <a:pt x="4" y="58"/>
                </a:lnTo>
                <a:lnTo>
                  <a:pt x="9" y="42"/>
                </a:lnTo>
                <a:lnTo>
                  <a:pt x="19" y="27"/>
                </a:lnTo>
                <a:lnTo>
                  <a:pt x="19" y="27"/>
                </a:lnTo>
                <a:lnTo>
                  <a:pt x="25" y="21"/>
                </a:lnTo>
                <a:lnTo>
                  <a:pt x="31" y="15"/>
                </a:lnTo>
                <a:lnTo>
                  <a:pt x="39" y="11"/>
                </a:lnTo>
                <a:lnTo>
                  <a:pt x="46" y="7"/>
                </a:lnTo>
                <a:lnTo>
                  <a:pt x="46" y="7"/>
                </a:lnTo>
                <a:lnTo>
                  <a:pt x="66" y="2"/>
                </a:lnTo>
                <a:lnTo>
                  <a:pt x="66" y="2"/>
                </a:lnTo>
                <a:lnTo>
                  <a:pt x="93" y="2"/>
                </a:lnTo>
                <a:lnTo>
                  <a:pt x="152" y="0"/>
                </a:lnTo>
                <a:lnTo>
                  <a:pt x="152" y="33"/>
                </a:lnTo>
                <a:lnTo>
                  <a:pt x="87" y="33"/>
                </a:lnTo>
                <a:lnTo>
                  <a:pt x="87" y="33"/>
                </a:lnTo>
                <a:lnTo>
                  <a:pt x="78" y="33"/>
                </a:lnTo>
                <a:lnTo>
                  <a:pt x="68" y="35"/>
                </a:lnTo>
                <a:lnTo>
                  <a:pt x="62" y="39"/>
                </a:lnTo>
                <a:lnTo>
                  <a:pt x="54" y="42"/>
                </a:lnTo>
                <a:lnTo>
                  <a:pt x="50" y="48"/>
                </a:lnTo>
                <a:lnTo>
                  <a:pt x="46" y="56"/>
                </a:lnTo>
                <a:lnTo>
                  <a:pt x="45" y="66"/>
                </a:lnTo>
                <a:lnTo>
                  <a:pt x="45" y="76"/>
                </a:lnTo>
                <a:lnTo>
                  <a:pt x="152" y="76"/>
                </a:lnTo>
                <a:lnTo>
                  <a:pt x="152" y="107"/>
                </a:lnTo>
                <a:lnTo>
                  <a:pt x="45" y="107"/>
                </a:lnTo>
                <a:lnTo>
                  <a:pt x="45" y="107"/>
                </a:lnTo>
                <a:lnTo>
                  <a:pt x="46" y="126"/>
                </a:lnTo>
                <a:lnTo>
                  <a:pt x="46" y="126"/>
                </a:lnTo>
                <a:lnTo>
                  <a:pt x="48" y="132"/>
                </a:lnTo>
                <a:lnTo>
                  <a:pt x="48" y="132"/>
                </a:lnTo>
                <a:lnTo>
                  <a:pt x="52" y="140"/>
                </a:lnTo>
                <a:lnTo>
                  <a:pt x="60" y="146"/>
                </a:lnTo>
                <a:lnTo>
                  <a:pt x="60" y="146"/>
                </a:lnTo>
                <a:lnTo>
                  <a:pt x="68" y="150"/>
                </a:lnTo>
                <a:lnTo>
                  <a:pt x="68" y="150"/>
                </a:lnTo>
                <a:lnTo>
                  <a:pt x="78" y="152"/>
                </a:lnTo>
                <a:lnTo>
                  <a:pt x="152" y="152"/>
                </a:lnTo>
                <a:lnTo>
                  <a:pt x="152" y="183"/>
                </a:lnTo>
                <a:lnTo>
                  <a:pt x="85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0" name="Google Shape;1680;g34a49210254_0_267"/>
          <p:cNvSpPr/>
          <p:nvPr/>
        </p:nvSpPr>
        <p:spPr>
          <a:xfrm>
            <a:off x="841217" y="377689"/>
            <a:ext cx="93168" cy="82765"/>
          </a:xfrm>
          <a:custGeom>
            <a:rect b="b" l="l" r="r" t="t"/>
            <a:pathLst>
              <a:path extrusionOk="0" h="183" w="206">
                <a:moveTo>
                  <a:pt x="167" y="183"/>
                </a:moveTo>
                <a:lnTo>
                  <a:pt x="171" y="40"/>
                </a:lnTo>
                <a:lnTo>
                  <a:pt x="124" y="183"/>
                </a:lnTo>
                <a:lnTo>
                  <a:pt x="84" y="183"/>
                </a:lnTo>
                <a:lnTo>
                  <a:pt x="35" y="40"/>
                </a:lnTo>
                <a:lnTo>
                  <a:pt x="39" y="183"/>
                </a:lnTo>
                <a:lnTo>
                  <a:pt x="0" y="183"/>
                </a:lnTo>
                <a:lnTo>
                  <a:pt x="0" y="0"/>
                </a:lnTo>
                <a:lnTo>
                  <a:pt x="56" y="0"/>
                </a:lnTo>
                <a:lnTo>
                  <a:pt x="103" y="142"/>
                </a:lnTo>
                <a:lnTo>
                  <a:pt x="150" y="0"/>
                </a:lnTo>
                <a:lnTo>
                  <a:pt x="206" y="0"/>
                </a:lnTo>
                <a:lnTo>
                  <a:pt x="206" y="183"/>
                </a:lnTo>
                <a:lnTo>
                  <a:pt x="167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1" name="Google Shape;1681;g34a49210254_0_267"/>
          <p:cNvSpPr/>
          <p:nvPr/>
        </p:nvSpPr>
        <p:spPr>
          <a:xfrm>
            <a:off x="951118" y="351005"/>
            <a:ext cx="18543" cy="109448"/>
          </a:xfrm>
          <a:custGeom>
            <a:rect b="b" l="l" r="r" t="t"/>
            <a:pathLst>
              <a:path extrusionOk="0" h="242" w="41">
                <a:moveTo>
                  <a:pt x="0" y="37"/>
                </a:moveTo>
                <a:lnTo>
                  <a:pt x="0" y="0"/>
                </a:lnTo>
                <a:lnTo>
                  <a:pt x="41" y="0"/>
                </a:lnTo>
                <a:lnTo>
                  <a:pt x="41" y="37"/>
                </a:lnTo>
                <a:lnTo>
                  <a:pt x="0" y="37"/>
                </a:lnTo>
                <a:close/>
                <a:moveTo>
                  <a:pt x="0" y="242"/>
                </a:moveTo>
                <a:lnTo>
                  <a:pt x="0" y="59"/>
                </a:lnTo>
                <a:lnTo>
                  <a:pt x="41" y="59"/>
                </a:lnTo>
                <a:lnTo>
                  <a:pt x="41" y="242"/>
                </a:lnTo>
                <a:lnTo>
                  <a:pt x="0" y="24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2" name="Google Shape;1682;g34a49210254_0_267"/>
          <p:cNvSpPr txBox="1"/>
          <p:nvPr/>
        </p:nvSpPr>
        <p:spPr>
          <a:xfrm>
            <a:off x="1006482" y="1122750"/>
            <a:ext cx="3885000" cy="36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3950" lIns="67925" spcFirstLastPara="1" rIns="67925" wrap="square" tIns="3395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React Kullanmanın Avantajları</a:t>
            </a:r>
            <a:endParaRPr b="1" sz="19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3" name="Google Shape;1683;g34a49210254_0_267"/>
          <p:cNvSpPr txBox="1"/>
          <p:nvPr/>
        </p:nvSpPr>
        <p:spPr>
          <a:xfrm>
            <a:off x="1424593" y="1696219"/>
            <a:ext cx="5689500" cy="31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3950" lIns="67925" spcFirstLastPara="1" rIns="67925" wrap="square" tIns="3395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Düzenli bir proje yapısı</a:t>
            </a:r>
            <a:endParaRPr b="1" sz="16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4" name="Google Shape;1684;g34a49210254_0_267"/>
          <p:cNvSpPr txBox="1"/>
          <p:nvPr/>
        </p:nvSpPr>
        <p:spPr>
          <a:xfrm>
            <a:off x="1444443" y="2158425"/>
            <a:ext cx="6306000" cy="31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3950" lIns="67925" spcFirstLastPara="1" rIns="67925" wrap="square" tIns="3395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Kolay kullanım</a:t>
            </a:r>
            <a:endParaRPr b="1" sz="16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5" name="Google Shape;1685;g34a49210254_0_267"/>
          <p:cNvSpPr txBox="1"/>
          <p:nvPr/>
        </p:nvSpPr>
        <p:spPr>
          <a:xfrm>
            <a:off x="1431137" y="2563481"/>
            <a:ext cx="5689500" cy="31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3950" lIns="67925" spcFirstLastPara="1" rIns="67925" wrap="square" tIns="3395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6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Performans</a:t>
            </a:r>
            <a:endParaRPr b="1" sz="16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6" name="Google Shape;1686;g34a49210254_0_267"/>
          <p:cNvSpPr/>
          <p:nvPr/>
        </p:nvSpPr>
        <p:spPr>
          <a:xfrm>
            <a:off x="1016924" y="1688869"/>
            <a:ext cx="332700" cy="338700"/>
          </a:xfrm>
          <a:prstGeom prst="ellipse">
            <a:avLst/>
          </a:prstGeom>
          <a:solidFill>
            <a:srgbClr val="4F81B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7" name="Google Shape;1687;g34a49210254_0_267"/>
          <p:cNvSpPr/>
          <p:nvPr/>
        </p:nvSpPr>
        <p:spPr>
          <a:xfrm>
            <a:off x="1016924" y="2135493"/>
            <a:ext cx="332700" cy="338700"/>
          </a:xfrm>
          <a:prstGeom prst="ellipse">
            <a:avLst/>
          </a:prstGeom>
          <a:solidFill>
            <a:srgbClr val="4F81B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8" name="Google Shape;1688;g34a49210254_0_267"/>
          <p:cNvSpPr/>
          <p:nvPr/>
        </p:nvSpPr>
        <p:spPr>
          <a:xfrm>
            <a:off x="1016924" y="2582117"/>
            <a:ext cx="332700" cy="338700"/>
          </a:xfrm>
          <a:prstGeom prst="ellipse">
            <a:avLst/>
          </a:prstGeom>
          <a:solidFill>
            <a:srgbClr val="4F81B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9" name="Google Shape;1689;g34a49210254_0_267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4" name="Shape 1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5" name="Google Shape;1695;g34a49210254_0_392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6" name="Google Shape;1696;g34a49210254_0_392"/>
          <p:cNvSpPr txBox="1"/>
          <p:nvPr/>
        </p:nvSpPr>
        <p:spPr>
          <a:xfrm>
            <a:off x="1058403" y="2242125"/>
            <a:ext cx="3286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Component Nedir?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1" name="Shape 1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2" name="Google Shape;1702;g34a49210254_0_408"/>
          <p:cNvSpPr/>
          <p:nvPr/>
        </p:nvSpPr>
        <p:spPr>
          <a:xfrm>
            <a:off x="294878" y="287688"/>
            <a:ext cx="60152" cy="63317"/>
          </a:xfrm>
          <a:custGeom>
            <a:rect b="b" l="l" r="r" t="t"/>
            <a:pathLst>
              <a:path extrusionOk="0" h="140" w="133">
                <a:moveTo>
                  <a:pt x="133" y="72"/>
                </a:moveTo>
                <a:lnTo>
                  <a:pt x="84" y="54"/>
                </a:lnTo>
                <a:lnTo>
                  <a:pt x="86" y="0"/>
                </a:lnTo>
                <a:lnTo>
                  <a:pt x="53" y="43"/>
                </a:lnTo>
                <a:lnTo>
                  <a:pt x="4" y="23"/>
                </a:lnTo>
                <a:lnTo>
                  <a:pt x="33" y="68"/>
                </a:lnTo>
                <a:lnTo>
                  <a:pt x="0" y="109"/>
                </a:lnTo>
                <a:lnTo>
                  <a:pt x="51" y="95"/>
                </a:lnTo>
                <a:lnTo>
                  <a:pt x="80" y="140"/>
                </a:lnTo>
                <a:lnTo>
                  <a:pt x="82" y="86"/>
                </a:lnTo>
                <a:lnTo>
                  <a:pt x="133" y="7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3" name="Google Shape;1703;g34a49210254_0_408"/>
          <p:cNvSpPr/>
          <p:nvPr/>
        </p:nvSpPr>
        <p:spPr>
          <a:xfrm>
            <a:off x="297592" y="202209"/>
            <a:ext cx="19448" cy="92715"/>
          </a:xfrm>
          <a:custGeom>
            <a:rect b="b" l="l" r="r" t="t"/>
            <a:pathLst>
              <a:path extrusionOk="0" h="205" w="43">
                <a:moveTo>
                  <a:pt x="43" y="0"/>
                </a:moveTo>
                <a:lnTo>
                  <a:pt x="0" y="45"/>
                </a:lnTo>
                <a:lnTo>
                  <a:pt x="0" y="205"/>
                </a:lnTo>
                <a:lnTo>
                  <a:pt x="43" y="164"/>
                </a:lnTo>
                <a:lnTo>
                  <a:pt x="43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4" name="Google Shape;1704;g34a49210254_0_408"/>
          <p:cNvSpPr/>
          <p:nvPr/>
        </p:nvSpPr>
        <p:spPr>
          <a:xfrm>
            <a:off x="212114" y="148390"/>
            <a:ext cx="19448" cy="194927"/>
          </a:xfrm>
          <a:custGeom>
            <a:rect b="b" l="l" r="r" t="t"/>
            <a:pathLst>
              <a:path extrusionOk="0" h="431" w="43">
                <a:moveTo>
                  <a:pt x="0" y="0"/>
                </a:moveTo>
                <a:lnTo>
                  <a:pt x="43" y="47"/>
                </a:lnTo>
                <a:lnTo>
                  <a:pt x="43" y="431"/>
                </a:lnTo>
                <a:lnTo>
                  <a:pt x="0" y="390"/>
                </a:lnTo>
                <a:lnTo>
                  <a:pt x="0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5" name="Google Shape;1705;g34a49210254_0_408"/>
          <p:cNvSpPr/>
          <p:nvPr/>
        </p:nvSpPr>
        <p:spPr>
          <a:xfrm>
            <a:off x="239701" y="171455"/>
            <a:ext cx="19448" cy="265933"/>
          </a:xfrm>
          <a:custGeom>
            <a:rect b="b" l="l" r="r" t="t"/>
            <a:pathLst>
              <a:path extrusionOk="0" h="588" w="43">
                <a:moveTo>
                  <a:pt x="43" y="43"/>
                </a:moveTo>
                <a:lnTo>
                  <a:pt x="0" y="0"/>
                </a:lnTo>
                <a:lnTo>
                  <a:pt x="0" y="23"/>
                </a:lnTo>
                <a:lnTo>
                  <a:pt x="0" y="23"/>
                </a:lnTo>
                <a:lnTo>
                  <a:pt x="0" y="261"/>
                </a:lnTo>
                <a:lnTo>
                  <a:pt x="0" y="261"/>
                </a:lnTo>
                <a:lnTo>
                  <a:pt x="0" y="284"/>
                </a:lnTo>
                <a:lnTo>
                  <a:pt x="0" y="417"/>
                </a:lnTo>
                <a:lnTo>
                  <a:pt x="0" y="442"/>
                </a:lnTo>
                <a:lnTo>
                  <a:pt x="0" y="442"/>
                </a:lnTo>
                <a:lnTo>
                  <a:pt x="0" y="442"/>
                </a:lnTo>
                <a:lnTo>
                  <a:pt x="0" y="461"/>
                </a:lnTo>
                <a:lnTo>
                  <a:pt x="0" y="461"/>
                </a:lnTo>
                <a:lnTo>
                  <a:pt x="0" y="467"/>
                </a:lnTo>
                <a:lnTo>
                  <a:pt x="0" y="487"/>
                </a:lnTo>
                <a:lnTo>
                  <a:pt x="0" y="487"/>
                </a:lnTo>
                <a:lnTo>
                  <a:pt x="2" y="500"/>
                </a:lnTo>
                <a:lnTo>
                  <a:pt x="4" y="516"/>
                </a:lnTo>
                <a:lnTo>
                  <a:pt x="7" y="530"/>
                </a:lnTo>
                <a:lnTo>
                  <a:pt x="13" y="541"/>
                </a:lnTo>
                <a:lnTo>
                  <a:pt x="19" y="555"/>
                </a:lnTo>
                <a:lnTo>
                  <a:pt x="25" y="567"/>
                </a:lnTo>
                <a:lnTo>
                  <a:pt x="33" y="578"/>
                </a:lnTo>
                <a:lnTo>
                  <a:pt x="43" y="588"/>
                </a:lnTo>
                <a:lnTo>
                  <a:pt x="43" y="4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6" name="Google Shape;1706;g34a49210254_0_408"/>
          <p:cNvSpPr/>
          <p:nvPr/>
        </p:nvSpPr>
        <p:spPr>
          <a:xfrm>
            <a:off x="268647" y="201305"/>
            <a:ext cx="19448" cy="255531"/>
          </a:xfrm>
          <a:custGeom>
            <a:rect b="b" l="l" r="r" t="t"/>
            <a:pathLst>
              <a:path extrusionOk="0" h="565" w="43">
                <a:moveTo>
                  <a:pt x="43" y="329"/>
                </a:moveTo>
                <a:lnTo>
                  <a:pt x="43" y="329"/>
                </a:lnTo>
                <a:lnTo>
                  <a:pt x="43" y="232"/>
                </a:lnTo>
                <a:lnTo>
                  <a:pt x="43" y="208"/>
                </a:lnTo>
                <a:lnTo>
                  <a:pt x="43" y="208"/>
                </a:lnTo>
                <a:lnTo>
                  <a:pt x="43" y="43"/>
                </a:lnTo>
                <a:lnTo>
                  <a:pt x="0" y="0"/>
                </a:lnTo>
                <a:lnTo>
                  <a:pt x="0" y="542"/>
                </a:lnTo>
                <a:lnTo>
                  <a:pt x="0" y="542"/>
                </a:lnTo>
                <a:lnTo>
                  <a:pt x="19" y="555"/>
                </a:lnTo>
                <a:lnTo>
                  <a:pt x="41" y="565"/>
                </a:lnTo>
                <a:lnTo>
                  <a:pt x="41" y="565"/>
                </a:lnTo>
                <a:lnTo>
                  <a:pt x="43" y="565"/>
                </a:lnTo>
                <a:lnTo>
                  <a:pt x="43" y="32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7" name="Google Shape;1707;g34a49210254_0_408"/>
          <p:cNvSpPr/>
          <p:nvPr/>
        </p:nvSpPr>
        <p:spPr>
          <a:xfrm>
            <a:off x="298496" y="332462"/>
            <a:ext cx="82765" cy="129801"/>
          </a:xfrm>
          <a:custGeom>
            <a:rect b="b" l="l" r="r" t="t"/>
            <a:pathLst>
              <a:path extrusionOk="0" h="287" w="183">
                <a:moveTo>
                  <a:pt x="181" y="109"/>
                </a:moveTo>
                <a:lnTo>
                  <a:pt x="181" y="109"/>
                </a:lnTo>
                <a:lnTo>
                  <a:pt x="175" y="90"/>
                </a:lnTo>
                <a:lnTo>
                  <a:pt x="170" y="72"/>
                </a:lnTo>
                <a:lnTo>
                  <a:pt x="160" y="57"/>
                </a:lnTo>
                <a:lnTo>
                  <a:pt x="148" y="41"/>
                </a:lnTo>
                <a:lnTo>
                  <a:pt x="135" y="28"/>
                </a:lnTo>
                <a:lnTo>
                  <a:pt x="121" y="16"/>
                </a:lnTo>
                <a:lnTo>
                  <a:pt x="105" y="6"/>
                </a:lnTo>
                <a:lnTo>
                  <a:pt x="88" y="0"/>
                </a:lnTo>
                <a:lnTo>
                  <a:pt x="88" y="0"/>
                </a:lnTo>
                <a:lnTo>
                  <a:pt x="103" y="10"/>
                </a:lnTo>
                <a:lnTo>
                  <a:pt x="103" y="10"/>
                </a:lnTo>
                <a:lnTo>
                  <a:pt x="113" y="22"/>
                </a:lnTo>
                <a:lnTo>
                  <a:pt x="123" y="35"/>
                </a:lnTo>
                <a:lnTo>
                  <a:pt x="129" y="51"/>
                </a:lnTo>
                <a:lnTo>
                  <a:pt x="131" y="68"/>
                </a:lnTo>
                <a:lnTo>
                  <a:pt x="131" y="68"/>
                </a:lnTo>
                <a:lnTo>
                  <a:pt x="129" y="86"/>
                </a:lnTo>
                <a:lnTo>
                  <a:pt x="123" y="100"/>
                </a:lnTo>
                <a:lnTo>
                  <a:pt x="117" y="113"/>
                </a:lnTo>
                <a:lnTo>
                  <a:pt x="107" y="125"/>
                </a:lnTo>
                <a:lnTo>
                  <a:pt x="96" y="137"/>
                </a:lnTo>
                <a:lnTo>
                  <a:pt x="82" y="142"/>
                </a:lnTo>
                <a:lnTo>
                  <a:pt x="66" y="148"/>
                </a:lnTo>
                <a:lnTo>
                  <a:pt x="51" y="150"/>
                </a:lnTo>
                <a:lnTo>
                  <a:pt x="51" y="150"/>
                </a:lnTo>
                <a:lnTo>
                  <a:pt x="35" y="148"/>
                </a:lnTo>
                <a:lnTo>
                  <a:pt x="22" y="144"/>
                </a:lnTo>
                <a:lnTo>
                  <a:pt x="10" y="139"/>
                </a:lnTo>
                <a:lnTo>
                  <a:pt x="0" y="129"/>
                </a:lnTo>
                <a:lnTo>
                  <a:pt x="0" y="283"/>
                </a:lnTo>
                <a:lnTo>
                  <a:pt x="0" y="283"/>
                </a:lnTo>
                <a:lnTo>
                  <a:pt x="16" y="285"/>
                </a:lnTo>
                <a:lnTo>
                  <a:pt x="31" y="287"/>
                </a:lnTo>
                <a:lnTo>
                  <a:pt x="49" y="287"/>
                </a:lnTo>
                <a:lnTo>
                  <a:pt x="64" y="285"/>
                </a:lnTo>
                <a:lnTo>
                  <a:pt x="64" y="285"/>
                </a:lnTo>
                <a:lnTo>
                  <a:pt x="82" y="279"/>
                </a:lnTo>
                <a:lnTo>
                  <a:pt x="99" y="273"/>
                </a:lnTo>
                <a:lnTo>
                  <a:pt x="115" y="263"/>
                </a:lnTo>
                <a:lnTo>
                  <a:pt x="129" y="253"/>
                </a:lnTo>
                <a:lnTo>
                  <a:pt x="142" y="242"/>
                </a:lnTo>
                <a:lnTo>
                  <a:pt x="152" y="230"/>
                </a:lnTo>
                <a:lnTo>
                  <a:pt x="162" y="216"/>
                </a:lnTo>
                <a:lnTo>
                  <a:pt x="170" y="201"/>
                </a:lnTo>
                <a:lnTo>
                  <a:pt x="170" y="201"/>
                </a:lnTo>
                <a:lnTo>
                  <a:pt x="172" y="197"/>
                </a:lnTo>
                <a:lnTo>
                  <a:pt x="172" y="197"/>
                </a:lnTo>
                <a:lnTo>
                  <a:pt x="172" y="197"/>
                </a:lnTo>
                <a:lnTo>
                  <a:pt x="179" y="176"/>
                </a:lnTo>
                <a:lnTo>
                  <a:pt x="183" y="154"/>
                </a:lnTo>
                <a:lnTo>
                  <a:pt x="183" y="131"/>
                </a:lnTo>
                <a:lnTo>
                  <a:pt x="181" y="109"/>
                </a:lnTo>
                <a:lnTo>
                  <a:pt x="181" y="10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8" name="Google Shape;1708;g34a49210254_0_408"/>
          <p:cNvSpPr/>
          <p:nvPr/>
        </p:nvSpPr>
        <p:spPr>
          <a:xfrm>
            <a:off x="423775" y="210802"/>
            <a:ext cx="128443" cy="145630"/>
          </a:xfrm>
          <a:custGeom>
            <a:rect b="b" l="l" r="r" t="t"/>
            <a:pathLst>
              <a:path extrusionOk="0" h="322" w="284">
                <a:moveTo>
                  <a:pt x="253" y="302"/>
                </a:moveTo>
                <a:lnTo>
                  <a:pt x="253" y="302"/>
                </a:lnTo>
                <a:lnTo>
                  <a:pt x="239" y="310"/>
                </a:lnTo>
                <a:lnTo>
                  <a:pt x="222" y="316"/>
                </a:lnTo>
                <a:lnTo>
                  <a:pt x="200" y="320"/>
                </a:lnTo>
                <a:lnTo>
                  <a:pt x="175" y="322"/>
                </a:lnTo>
                <a:lnTo>
                  <a:pt x="0" y="322"/>
                </a:lnTo>
                <a:lnTo>
                  <a:pt x="0" y="0"/>
                </a:lnTo>
                <a:lnTo>
                  <a:pt x="163" y="0"/>
                </a:lnTo>
                <a:lnTo>
                  <a:pt x="163" y="0"/>
                </a:lnTo>
                <a:lnTo>
                  <a:pt x="189" y="0"/>
                </a:lnTo>
                <a:lnTo>
                  <a:pt x="189" y="0"/>
                </a:lnTo>
                <a:lnTo>
                  <a:pt x="200" y="2"/>
                </a:lnTo>
                <a:lnTo>
                  <a:pt x="200" y="2"/>
                </a:lnTo>
                <a:lnTo>
                  <a:pt x="206" y="4"/>
                </a:lnTo>
                <a:lnTo>
                  <a:pt x="206" y="4"/>
                </a:lnTo>
                <a:lnTo>
                  <a:pt x="228" y="8"/>
                </a:lnTo>
                <a:lnTo>
                  <a:pt x="249" y="16"/>
                </a:lnTo>
                <a:lnTo>
                  <a:pt x="249" y="16"/>
                </a:lnTo>
                <a:lnTo>
                  <a:pt x="259" y="22"/>
                </a:lnTo>
                <a:lnTo>
                  <a:pt x="266" y="30"/>
                </a:lnTo>
                <a:lnTo>
                  <a:pt x="272" y="39"/>
                </a:lnTo>
                <a:lnTo>
                  <a:pt x="276" y="51"/>
                </a:lnTo>
                <a:lnTo>
                  <a:pt x="280" y="71"/>
                </a:lnTo>
                <a:lnTo>
                  <a:pt x="282" y="96"/>
                </a:lnTo>
                <a:lnTo>
                  <a:pt x="282" y="96"/>
                </a:lnTo>
                <a:lnTo>
                  <a:pt x="282" y="106"/>
                </a:lnTo>
                <a:lnTo>
                  <a:pt x="278" y="113"/>
                </a:lnTo>
                <a:lnTo>
                  <a:pt x="274" y="121"/>
                </a:lnTo>
                <a:lnTo>
                  <a:pt x="268" y="131"/>
                </a:lnTo>
                <a:lnTo>
                  <a:pt x="268" y="131"/>
                </a:lnTo>
                <a:lnTo>
                  <a:pt x="255" y="147"/>
                </a:lnTo>
                <a:lnTo>
                  <a:pt x="235" y="160"/>
                </a:lnTo>
                <a:lnTo>
                  <a:pt x="235" y="160"/>
                </a:lnTo>
                <a:lnTo>
                  <a:pt x="245" y="166"/>
                </a:lnTo>
                <a:lnTo>
                  <a:pt x="255" y="174"/>
                </a:lnTo>
                <a:lnTo>
                  <a:pt x="263" y="180"/>
                </a:lnTo>
                <a:lnTo>
                  <a:pt x="270" y="189"/>
                </a:lnTo>
                <a:lnTo>
                  <a:pt x="270" y="189"/>
                </a:lnTo>
                <a:lnTo>
                  <a:pt x="276" y="199"/>
                </a:lnTo>
                <a:lnTo>
                  <a:pt x="280" y="211"/>
                </a:lnTo>
                <a:lnTo>
                  <a:pt x="282" y="226"/>
                </a:lnTo>
                <a:lnTo>
                  <a:pt x="284" y="244"/>
                </a:lnTo>
                <a:lnTo>
                  <a:pt x="284" y="244"/>
                </a:lnTo>
                <a:lnTo>
                  <a:pt x="282" y="261"/>
                </a:lnTo>
                <a:lnTo>
                  <a:pt x="276" y="277"/>
                </a:lnTo>
                <a:lnTo>
                  <a:pt x="266" y="291"/>
                </a:lnTo>
                <a:lnTo>
                  <a:pt x="253" y="302"/>
                </a:lnTo>
                <a:lnTo>
                  <a:pt x="253" y="302"/>
                </a:lnTo>
                <a:close/>
                <a:moveTo>
                  <a:pt x="198" y="67"/>
                </a:moveTo>
                <a:lnTo>
                  <a:pt x="198" y="67"/>
                </a:lnTo>
                <a:lnTo>
                  <a:pt x="191" y="63"/>
                </a:lnTo>
                <a:lnTo>
                  <a:pt x="183" y="61"/>
                </a:lnTo>
                <a:lnTo>
                  <a:pt x="175" y="59"/>
                </a:lnTo>
                <a:lnTo>
                  <a:pt x="165" y="57"/>
                </a:lnTo>
                <a:lnTo>
                  <a:pt x="66" y="57"/>
                </a:lnTo>
                <a:lnTo>
                  <a:pt x="66" y="133"/>
                </a:lnTo>
                <a:lnTo>
                  <a:pt x="165" y="133"/>
                </a:lnTo>
                <a:lnTo>
                  <a:pt x="165" y="133"/>
                </a:lnTo>
                <a:lnTo>
                  <a:pt x="183" y="129"/>
                </a:lnTo>
                <a:lnTo>
                  <a:pt x="191" y="127"/>
                </a:lnTo>
                <a:lnTo>
                  <a:pt x="196" y="123"/>
                </a:lnTo>
                <a:lnTo>
                  <a:pt x="196" y="123"/>
                </a:lnTo>
                <a:lnTo>
                  <a:pt x="202" y="119"/>
                </a:lnTo>
                <a:lnTo>
                  <a:pt x="206" y="113"/>
                </a:lnTo>
                <a:lnTo>
                  <a:pt x="208" y="106"/>
                </a:lnTo>
                <a:lnTo>
                  <a:pt x="210" y="96"/>
                </a:lnTo>
                <a:lnTo>
                  <a:pt x="210" y="96"/>
                </a:lnTo>
                <a:lnTo>
                  <a:pt x="208" y="86"/>
                </a:lnTo>
                <a:lnTo>
                  <a:pt x="206" y="78"/>
                </a:lnTo>
                <a:lnTo>
                  <a:pt x="202" y="73"/>
                </a:lnTo>
                <a:lnTo>
                  <a:pt x="198" y="67"/>
                </a:lnTo>
                <a:lnTo>
                  <a:pt x="198" y="67"/>
                </a:lnTo>
                <a:close/>
                <a:moveTo>
                  <a:pt x="198" y="197"/>
                </a:moveTo>
                <a:lnTo>
                  <a:pt x="198" y="197"/>
                </a:lnTo>
                <a:lnTo>
                  <a:pt x="194" y="195"/>
                </a:lnTo>
                <a:lnTo>
                  <a:pt x="185" y="193"/>
                </a:lnTo>
                <a:lnTo>
                  <a:pt x="159" y="191"/>
                </a:lnTo>
                <a:lnTo>
                  <a:pt x="120" y="189"/>
                </a:lnTo>
                <a:lnTo>
                  <a:pt x="66" y="189"/>
                </a:lnTo>
                <a:lnTo>
                  <a:pt x="66" y="265"/>
                </a:lnTo>
                <a:lnTo>
                  <a:pt x="165" y="265"/>
                </a:lnTo>
                <a:lnTo>
                  <a:pt x="165" y="265"/>
                </a:lnTo>
                <a:lnTo>
                  <a:pt x="183" y="263"/>
                </a:lnTo>
                <a:lnTo>
                  <a:pt x="191" y="260"/>
                </a:lnTo>
                <a:lnTo>
                  <a:pt x="198" y="258"/>
                </a:lnTo>
                <a:lnTo>
                  <a:pt x="198" y="258"/>
                </a:lnTo>
                <a:lnTo>
                  <a:pt x="204" y="252"/>
                </a:lnTo>
                <a:lnTo>
                  <a:pt x="208" y="246"/>
                </a:lnTo>
                <a:lnTo>
                  <a:pt x="210" y="238"/>
                </a:lnTo>
                <a:lnTo>
                  <a:pt x="210" y="228"/>
                </a:lnTo>
                <a:lnTo>
                  <a:pt x="210" y="228"/>
                </a:lnTo>
                <a:lnTo>
                  <a:pt x="210" y="219"/>
                </a:lnTo>
                <a:lnTo>
                  <a:pt x="208" y="211"/>
                </a:lnTo>
                <a:lnTo>
                  <a:pt x="204" y="203"/>
                </a:lnTo>
                <a:lnTo>
                  <a:pt x="198" y="197"/>
                </a:lnTo>
                <a:lnTo>
                  <a:pt x="198" y="19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9" name="Google Shape;1709;g34a49210254_0_408"/>
          <p:cNvSpPr/>
          <p:nvPr/>
        </p:nvSpPr>
        <p:spPr>
          <a:xfrm>
            <a:off x="560811" y="210802"/>
            <a:ext cx="125279" cy="145630"/>
          </a:xfrm>
          <a:custGeom>
            <a:rect b="b" l="l" r="r" t="t"/>
            <a:pathLst>
              <a:path extrusionOk="0" h="322" w="277">
                <a:moveTo>
                  <a:pt x="174" y="57"/>
                </a:moveTo>
                <a:lnTo>
                  <a:pt x="174" y="322"/>
                </a:lnTo>
                <a:lnTo>
                  <a:pt x="104" y="322"/>
                </a:lnTo>
                <a:lnTo>
                  <a:pt x="104" y="57"/>
                </a:lnTo>
                <a:lnTo>
                  <a:pt x="0" y="57"/>
                </a:lnTo>
                <a:lnTo>
                  <a:pt x="0" y="0"/>
                </a:lnTo>
                <a:lnTo>
                  <a:pt x="277" y="0"/>
                </a:lnTo>
                <a:lnTo>
                  <a:pt x="277" y="57"/>
                </a:lnTo>
                <a:lnTo>
                  <a:pt x="174" y="5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0" name="Google Shape;1710;g34a49210254_0_408"/>
          <p:cNvSpPr/>
          <p:nvPr/>
        </p:nvSpPr>
        <p:spPr>
          <a:xfrm>
            <a:off x="701014" y="210802"/>
            <a:ext cx="125279" cy="145630"/>
          </a:xfrm>
          <a:custGeom>
            <a:rect b="b" l="l" r="r" t="t"/>
            <a:pathLst>
              <a:path extrusionOk="0" h="322" w="277">
                <a:moveTo>
                  <a:pt x="189" y="322"/>
                </a:moveTo>
                <a:lnTo>
                  <a:pt x="68" y="162"/>
                </a:lnTo>
                <a:lnTo>
                  <a:pt x="68" y="322"/>
                </a:lnTo>
                <a:lnTo>
                  <a:pt x="0" y="322"/>
                </a:lnTo>
                <a:lnTo>
                  <a:pt x="0" y="0"/>
                </a:lnTo>
                <a:lnTo>
                  <a:pt x="68" y="0"/>
                </a:lnTo>
                <a:lnTo>
                  <a:pt x="68" y="154"/>
                </a:lnTo>
                <a:lnTo>
                  <a:pt x="195" y="0"/>
                </a:lnTo>
                <a:lnTo>
                  <a:pt x="275" y="0"/>
                </a:lnTo>
                <a:lnTo>
                  <a:pt x="146" y="158"/>
                </a:lnTo>
                <a:lnTo>
                  <a:pt x="277" y="322"/>
                </a:lnTo>
                <a:lnTo>
                  <a:pt x="189" y="32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1" name="Google Shape;1711;g34a49210254_0_408"/>
          <p:cNvSpPr/>
          <p:nvPr/>
        </p:nvSpPr>
        <p:spPr>
          <a:xfrm>
            <a:off x="419252" y="377689"/>
            <a:ext cx="89097" cy="82765"/>
          </a:xfrm>
          <a:custGeom>
            <a:rect b="b" l="l" r="r" t="t"/>
            <a:pathLst>
              <a:path extrusionOk="0" h="183" w="197">
                <a:moveTo>
                  <a:pt x="154" y="183"/>
                </a:moveTo>
                <a:lnTo>
                  <a:pt x="136" y="140"/>
                </a:lnTo>
                <a:lnTo>
                  <a:pt x="56" y="140"/>
                </a:lnTo>
                <a:lnTo>
                  <a:pt x="41" y="183"/>
                </a:lnTo>
                <a:lnTo>
                  <a:pt x="0" y="183"/>
                </a:lnTo>
                <a:lnTo>
                  <a:pt x="78" y="0"/>
                </a:lnTo>
                <a:lnTo>
                  <a:pt x="117" y="0"/>
                </a:lnTo>
                <a:lnTo>
                  <a:pt x="197" y="183"/>
                </a:lnTo>
                <a:lnTo>
                  <a:pt x="154" y="183"/>
                </a:lnTo>
                <a:close/>
                <a:moveTo>
                  <a:pt x="95" y="37"/>
                </a:moveTo>
                <a:lnTo>
                  <a:pt x="68" y="107"/>
                </a:lnTo>
                <a:lnTo>
                  <a:pt x="125" y="107"/>
                </a:lnTo>
                <a:lnTo>
                  <a:pt x="95" y="3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2" name="Google Shape;1712;g34a49210254_0_408"/>
          <p:cNvSpPr/>
          <p:nvPr/>
        </p:nvSpPr>
        <p:spPr>
          <a:xfrm>
            <a:off x="513323" y="377689"/>
            <a:ext cx="71459" cy="82765"/>
          </a:xfrm>
          <a:custGeom>
            <a:rect b="b" l="l" r="r" t="t"/>
            <a:pathLst>
              <a:path extrusionOk="0" h="183" w="158">
                <a:moveTo>
                  <a:pt x="109" y="183"/>
                </a:moveTo>
                <a:lnTo>
                  <a:pt x="39" y="93"/>
                </a:lnTo>
                <a:lnTo>
                  <a:pt x="39" y="183"/>
                </a:lnTo>
                <a:lnTo>
                  <a:pt x="0" y="183"/>
                </a:lnTo>
                <a:lnTo>
                  <a:pt x="0" y="0"/>
                </a:lnTo>
                <a:lnTo>
                  <a:pt x="39" y="0"/>
                </a:lnTo>
                <a:lnTo>
                  <a:pt x="39" y="89"/>
                </a:lnTo>
                <a:lnTo>
                  <a:pt x="111" y="0"/>
                </a:lnTo>
                <a:lnTo>
                  <a:pt x="158" y="0"/>
                </a:lnTo>
                <a:lnTo>
                  <a:pt x="84" y="89"/>
                </a:lnTo>
                <a:lnTo>
                  <a:pt x="158" y="183"/>
                </a:lnTo>
                <a:lnTo>
                  <a:pt x="109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3" name="Google Shape;1713;g34a49210254_0_408"/>
          <p:cNvSpPr/>
          <p:nvPr/>
        </p:nvSpPr>
        <p:spPr>
          <a:xfrm>
            <a:off x="579354" y="377689"/>
            <a:ext cx="89097" cy="82765"/>
          </a:xfrm>
          <a:custGeom>
            <a:rect b="b" l="l" r="r" t="t"/>
            <a:pathLst>
              <a:path extrusionOk="0" h="183" w="197">
                <a:moveTo>
                  <a:pt x="154" y="183"/>
                </a:moveTo>
                <a:lnTo>
                  <a:pt x="137" y="140"/>
                </a:lnTo>
                <a:lnTo>
                  <a:pt x="59" y="140"/>
                </a:lnTo>
                <a:lnTo>
                  <a:pt x="41" y="183"/>
                </a:lnTo>
                <a:lnTo>
                  <a:pt x="0" y="183"/>
                </a:lnTo>
                <a:lnTo>
                  <a:pt x="78" y="0"/>
                </a:lnTo>
                <a:lnTo>
                  <a:pt x="119" y="0"/>
                </a:lnTo>
                <a:lnTo>
                  <a:pt x="197" y="183"/>
                </a:lnTo>
                <a:lnTo>
                  <a:pt x="154" y="183"/>
                </a:lnTo>
                <a:close/>
                <a:moveTo>
                  <a:pt x="98" y="37"/>
                </a:moveTo>
                <a:lnTo>
                  <a:pt x="70" y="107"/>
                </a:lnTo>
                <a:lnTo>
                  <a:pt x="125" y="107"/>
                </a:lnTo>
                <a:lnTo>
                  <a:pt x="98" y="3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4" name="Google Shape;1714;g34a49210254_0_408"/>
          <p:cNvSpPr/>
          <p:nvPr/>
        </p:nvSpPr>
        <p:spPr>
          <a:xfrm>
            <a:off x="674783" y="377689"/>
            <a:ext cx="76433" cy="82765"/>
          </a:xfrm>
          <a:custGeom>
            <a:rect b="b" l="l" r="r" t="t"/>
            <a:pathLst>
              <a:path extrusionOk="0" h="183" w="169">
                <a:moveTo>
                  <a:pt x="169" y="85"/>
                </a:moveTo>
                <a:lnTo>
                  <a:pt x="169" y="91"/>
                </a:lnTo>
                <a:lnTo>
                  <a:pt x="169" y="95"/>
                </a:lnTo>
                <a:lnTo>
                  <a:pt x="169" y="99"/>
                </a:lnTo>
                <a:lnTo>
                  <a:pt x="169" y="101"/>
                </a:lnTo>
                <a:lnTo>
                  <a:pt x="169" y="101"/>
                </a:lnTo>
                <a:lnTo>
                  <a:pt x="169" y="111"/>
                </a:lnTo>
                <a:lnTo>
                  <a:pt x="169" y="111"/>
                </a:lnTo>
                <a:lnTo>
                  <a:pt x="167" y="116"/>
                </a:lnTo>
                <a:lnTo>
                  <a:pt x="167" y="116"/>
                </a:lnTo>
                <a:lnTo>
                  <a:pt x="167" y="124"/>
                </a:lnTo>
                <a:lnTo>
                  <a:pt x="167" y="124"/>
                </a:lnTo>
                <a:lnTo>
                  <a:pt x="165" y="132"/>
                </a:lnTo>
                <a:lnTo>
                  <a:pt x="165" y="132"/>
                </a:lnTo>
                <a:lnTo>
                  <a:pt x="165" y="134"/>
                </a:lnTo>
                <a:lnTo>
                  <a:pt x="165" y="134"/>
                </a:lnTo>
                <a:lnTo>
                  <a:pt x="165" y="138"/>
                </a:lnTo>
                <a:lnTo>
                  <a:pt x="165" y="138"/>
                </a:lnTo>
                <a:lnTo>
                  <a:pt x="161" y="142"/>
                </a:lnTo>
                <a:lnTo>
                  <a:pt x="161" y="142"/>
                </a:lnTo>
                <a:lnTo>
                  <a:pt x="157" y="152"/>
                </a:lnTo>
                <a:lnTo>
                  <a:pt x="150" y="161"/>
                </a:lnTo>
                <a:lnTo>
                  <a:pt x="150" y="161"/>
                </a:lnTo>
                <a:lnTo>
                  <a:pt x="134" y="173"/>
                </a:lnTo>
                <a:lnTo>
                  <a:pt x="118" y="179"/>
                </a:lnTo>
                <a:lnTo>
                  <a:pt x="118" y="179"/>
                </a:lnTo>
                <a:lnTo>
                  <a:pt x="103" y="183"/>
                </a:lnTo>
                <a:lnTo>
                  <a:pt x="83" y="183"/>
                </a:lnTo>
                <a:lnTo>
                  <a:pt x="0" y="183"/>
                </a:lnTo>
                <a:lnTo>
                  <a:pt x="0" y="0"/>
                </a:lnTo>
                <a:lnTo>
                  <a:pt x="83" y="0"/>
                </a:lnTo>
                <a:lnTo>
                  <a:pt x="83" y="0"/>
                </a:lnTo>
                <a:lnTo>
                  <a:pt x="103" y="2"/>
                </a:lnTo>
                <a:lnTo>
                  <a:pt x="122" y="7"/>
                </a:lnTo>
                <a:lnTo>
                  <a:pt x="138" y="15"/>
                </a:lnTo>
                <a:lnTo>
                  <a:pt x="150" y="25"/>
                </a:lnTo>
                <a:lnTo>
                  <a:pt x="150" y="25"/>
                </a:lnTo>
                <a:lnTo>
                  <a:pt x="157" y="37"/>
                </a:lnTo>
                <a:lnTo>
                  <a:pt x="165" y="50"/>
                </a:lnTo>
                <a:lnTo>
                  <a:pt x="167" y="64"/>
                </a:lnTo>
                <a:lnTo>
                  <a:pt x="169" y="77"/>
                </a:lnTo>
                <a:lnTo>
                  <a:pt x="169" y="85"/>
                </a:lnTo>
                <a:close/>
                <a:moveTo>
                  <a:pt x="126" y="89"/>
                </a:moveTo>
                <a:lnTo>
                  <a:pt x="126" y="89"/>
                </a:lnTo>
                <a:lnTo>
                  <a:pt x="126" y="79"/>
                </a:lnTo>
                <a:lnTo>
                  <a:pt x="126" y="79"/>
                </a:lnTo>
                <a:lnTo>
                  <a:pt x="126" y="70"/>
                </a:lnTo>
                <a:lnTo>
                  <a:pt x="126" y="70"/>
                </a:lnTo>
                <a:lnTo>
                  <a:pt x="122" y="58"/>
                </a:lnTo>
                <a:lnTo>
                  <a:pt x="118" y="48"/>
                </a:lnTo>
                <a:lnTo>
                  <a:pt x="118" y="48"/>
                </a:lnTo>
                <a:lnTo>
                  <a:pt x="113" y="40"/>
                </a:lnTo>
                <a:lnTo>
                  <a:pt x="103" y="35"/>
                </a:lnTo>
                <a:lnTo>
                  <a:pt x="93" y="33"/>
                </a:lnTo>
                <a:lnTo>
                  <a:pt x="81" y="33"/>
                </a:lnTo>
                <a:lnTo>
                  <a:pt x="37" y="33"/>
                </a:lnTo>
                <a:lnTo>
                  <a:pt x="37" y="152"/>
                </a:lnTo>
                <a:lnTo>
                  <a:pt x="81" y="152"/>
                </a:lnTo>
                <a:lnTo>
                  <a:pt x="93" y="152"/>
                </a:lnTo>
                <a:lnTo>
                  <a:pt x="97" y="152"/>
                </a:lnTo>
                <a:lnTo>
                  <a:pt x="101" y="150"/>
                </a:lnTo>
                <a:lnTo>
                  <a:pt x="101" y="150"/>
                </a:lnTo>
                <a:lnTo>
                  <a:pt x="111" y="146"/>
                </a:lnTo>
                <a:lnTo>
                  <a:pt x="118" y="138"/>
                </a:lnTo>
                <a:lnTo>
                  <a:pt x="122" y="128"/>
                </a:lnTo>
                <a:lnTo>
                  <a:pt x="122" y="128"/>
                </a:lnTo>
                <a:lnTo>
                  <a:pt x="124" y="126"/>
                </a:lnTo>
                <a:lnTo>
                  <a:pt x="124" y="126"/>
                </a:lnTo>
                <a:lnTo>
                  <a:pt x="124" y="120"/>
                </a:lnTo>
                <a:lnTo>
                  <a:pt x="124" y="120"/>
                </a:lnTo>
                <a:lnTo>
                  <a:pt x="126" y="111"/>
                </a:lnTo>
                <a:lnTo>
                  <a:pt x="126" y="111"/>
                </a:lnTo>
                <a:lnTo>
                  <a:pt x="126" y="101"/>
                </a:lnTo>
                <a:lnTo>
                  <a:pt x="126" y="99"/>
                </a:lnTo>
                <a:lnTo>
                  <a:pt x="126" y="93"/>
                </a:lnTo>
                <a:lnTo>
                  <a:pt x="126" y="8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5" name="Google Shape;1715;g34a49210254_0_408"/>
          <p:cNvSpPr/>
          <p:nvPr/>
        </p:nvSpPr>
        <p:spPr>
          <a:xfrm>
            <a:off x="757547" y="377689"/>
            <a:ext cx="68745" cy="82765"/>
          </a:xfrm>
          <a:custGeom>
            <a:rect b="b" l="l" r="r" t="t"/>
            <a:pathLst>
              <a:path extrusionOk="0" h="183" w="152">
                <a:moveTo>
                  <a:pt x="85" y="183"/>
                </a:moveTo>
                <a:lnTo>
                  <a:pt x="70" y="183"/>
                </a:lnTo>
                <a:lnTo>
                  <a:pt x="64" y="183"/>
                </a:lnTo>
                <a:lnTo>
                  <a:pt x="64" y="183"/>
                </a:lnTo>
                <a:lnTo>
                  <a:pt x="58" y="183"/>
                </a:lnTo>
                <a:lnTo>
                  <a:pt x="58" y="183"/>
                </a:lnTo>
                <a:lnTo>
                  <a:pt x="56" y="181"/>
                </a:lnTo>
                <a:lnTo>
                  <a:pt x="56" y="181"/>
                </a:lnTo>
                <a:lnTo>
                  <a:pt x="54" y="181"/>
                </a:lnTo>
                <a:lnTo>
                  <a:pt x="54" y="181"/>
                </a:lnTo>
                <a:lnTo>
                  <a:pt x="43" y="177"/>
                </a:lnTo>
                <a:lnTo>
                  <a:pt x="31" y="169"/>
                </a:lnTo>
                <a:lnTo>
                  <a:pt x="21" y="159"/>
                </a:lnTo>
                <a:lnTo>
                  <a:pt x="13" y="148"/>
                </a:lnTo>
                <a:lnTo>
                  <a:pt x="13" y="148"/>
                </a:lnTo>
                <a:lnTo>
                  <a:pt x="8" y="138"/>
                </a:lnTo>
                <a:lnTo>
                  <a:pt x="4" y="126"/>
                </a:lnTo>
                <a:lnTo>
                  <a:pt x="4" y="126"/>
                </a:lnTo>
                <a:lnTo>
                  <a:pt x="2" y="114"/>
                </a:lnTo>
                <a:lnTo>
                  <a:pt x="0" y="101"/>
                </a:lnTo>
                <a:lnTo>
                  <a:pt x="0" y="101"/>
                </a:lnTo>
                <a:lnTo>
                  <a:pt x="2" y="77"/>
                </a:lnTo>
                <a:lnTo>
                  <a:pt x="4" y="58"/>
                </a:lnTo>
                <a:lnTo>
                  <a:pt x="4" y="58"/>
                </a:lnTo>
                <a:lnTo>
                  <a:pt x="9" y="42"/>
                </a:lnTo>
                <a:lnTo>
                  <a:pt x="19" y="27"/>
                </a:lnTo>
                <a:lnTo>
                  <a:pt x="19" y="27"/>
                </a:lnTo>
                <a:lnTo>
                  <a:pt x="25" y="21"/>
                </a:lnTo>
                <a:lnTo>
                  <a:pt x="31" y="15"/>
                </a:lnTo>
                <a:lnTo>
                  <a:pt x="39" y="11"/>
                </a:lnTo>
                <a:lnTo>
                  <a:pt x="46" y="7"/>
                </a:lnTo>
                <a:lnTo>
                  <a:pt x="46" y="7"/>
                </a:lnTo>
                <a:lnTo>
                  <a:pt x="66" y="2"/>
                </a:lnTo>
                <a:lnTo>
                  <a:pt x="66" y="2"/>
                </a:lnTo>
                <a:lnTo>
                  <a:pt x="93" y="2"/>
                </a:lnTo>
                <a:lnTo>
                  <a:pt x="152" y="0"/>
                </a:lnTo>
                <a:lnTo>
                  <a:pt x="152" y="33"/>
                </a:lnTo>
                <a:lnTo>
                  <a:pt x="87" y="33"/>
                </a:lnTo>
                <a:lnTo>
                  <a:pt x="87" y="33"/>
                </a:lnTo>
                <a:lnTo>
                  <a:pt x="78" y="33"/>
                </a:lnTo>
                <a:lnTo>
                  <a:pt x="68" y="35"/>
                </a:lnTo>
                <a:lnTo>
                  <a:pt x="62" y="39"/>
                </a:lnTo>
                <a:lnTo>
                  <a:pt x="54" y="42"/>
                </a:lnTo>
                <a:lnTo>
                  <a:pt x="50" y="48"/>
                </a:lnTo>
                <a:lnTo>
                  <a:pt x="46" y="56"/>
                </a:lnTo>
                <a:lnTo>
                  <a:pt x="45" y="66"/>
                </a:lnTo>
                <a:lnTo>
                  <a:pt x="45" y="76"/>
                </a:lnTo>
                <a:lnTo>
                  <a:pt x="152" y="76"/>
                </a:lnTo>
                <a:lnTo>
                  <a:pt x="152" y="107"/>
                </a:lnTo>
                <a:lnTo>
                  <a:pt x="45" y="107"/>
                </a:lnTo>
                <a:lnTo>
                  <a:pt x="45" y="107"/>
                </a:lnTo>
                <a:lnTo>
                  <a:pt x="46" y="126"/>
                </a:lnTo>
                <a:lnTo>
                  <a:pt x="46" y="126"/>
                </a:lnTo>
                <a:lnTo>
                  <a:pt x="48" y="132"/>
                </a:lnTo>
                <a:lnTo>
                  <a:pt x="48" y="132"/>
                </a:lnTo>
                <a:lnTo>
                  <a:pt x="52" y="140"/>
                </a:lnTo>
                <a:lnTo>
                  <a:pt x="60" y="146"/>
                </a:lnTo>
                <a:lnTo>
                  <a:pt x="60" y="146"/>
                </a:lnTo>
                <a:lnTo>
                  <a:pt x="68" y="150"/>
                </a:lnTo>
                <a:lnTo>
                  <a:pt x="68" y="150"/>
                </a:lnTo>
                <a:lnTo>
                  <a:pt x="78" y="152"/>
                </a:lnTo>
                <a:lnTo>
                  <a:pt x="152" y="152"/>
                </a:lnTo>
                <a:lnTo>
                  <a:pt x="152" y="183"/>
                </a:lnTo>
                <a:lnTo>
                  <a:pt x="85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6" name="Google Shape;1716;g34a49210254_0_408"/>
          <p:cNvSpPr/>
          <p:nvPr/>
        </p:nvSpPr>
        <p:spPr>
          <a:xfrm>
            <a:off x="841217" y="377689"/>
            <a:ext cx="93168" cy="82765"/>
          </a:xfrm>
          <a:custGeom>
            <a:rect b="b" l="l" r="r" t="t"/>
            <a:pathLst>
              <a:path extrusionOk="0" h="183" w="206">
                <a:moveTo>
                  <a:pt x="167" y="183"/>
                </a:moveTo>
                <a:lnTo>
                  <a:pt x="171" y="40"/>
                </a:lnTo>
                <a:lnTo>
                  <a:pt x="124" y="183"/>
                </a:lnTo>
                <a:lnTo>
                  <a:pt x="84" y="183"/>
                </a:lnTo>
                <a:lnTo>
                  <a:pt x="35" y="40"/>
                </a:lnTo>
                <a:lnTo>
                  <a:pt x="39" y="183"/>
                </a:lnTo>
                <a:lnTo>
                  <a:pt x="0" y="183"/>
                </a:lnTo>
                <a:lnTo>
                  <a:pt x="0" y="0"/>
                </a:lnTo>
                <a:lnTo>
                  <a:pt x="56" y="0"/>
                </a:lnTo>
                <a:lnTo>
                  <a:pt x="103" y="142"/>
                </a:lnTo>
                <a:lnTo>
                  <a:pt x="150" y="0"/>
                </a:lnTo>
                <a:lnTo>
                  <a:pt x="206" y="0"/>
                </a:lnTo>
                <a:lnTo>
                  <a:pt x="206" y="183"/>
                </a:lnTo>
                <a:lnTo>
                  <a:pt x="167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7" name="Google Shape;1717;g34a49210254_0_408"/>
          <p:cNvSpPr/>
          <p:nvPr/>
        </p:nvSpPr>
        <p:spPr>
          <a:xfrm>
            <a:off x="951118" y="351005"/>
            <a:ext cx="18543" cy="109448"/>
          </a:xfrm>
          <a:custGeom>
            <a:rect b="b" l="l" r="r" t="t"/>
            <a:pathLst>
              <a:path extrusionOk="0" h="242" w="41">
                <a:moveTo>
                  <a:pt x="0" y="37"/>
                </a:moveTo>
                <a:lnTo>
                  <a:pt x="0" y="0"/>
                </a:lnTo>
                <a:lnTo>
                  <a:pt x="41" y="0"/>
                </a:lnTo>
                <a:lnTo>
                  <a:pt x="41" y="37"/>
                </a:lnTo>
                <a:lnTo>
                  <a:pt x="0" y="37"/>
                </a:lnTo>
                <a:close/>
                <a:moveTo>
                  <a:pt x="0" y="242"/>
                </a:moveTo>
                <a:lnTo>
                  <a:pt x="0" y="59"/>
                </a:lnTo>
                <a:lnTo>
                  <a:pt x="41" y="59"/>
                </a:lnTo>
                <a:lnTo>
                  <a:pt x="41" y="242"/>
                </a:lnTo>
                <a:lnTo>
                  <a:pt x="0" y="24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8" name="Google Shape;1718;g34a49210254_0_408"/>
          <p:cNvSpPr txBox="1"/>
          <p:nvPr/>
        </p:nvSpPr>
        <p:spPr>
          <a:xfrm>
            <a:off x="7" y="-6734"/>
            <a:ext cx="3885000" cy="284100"/>
          </a:xfrm>
          <a:prstGeom prst="rect">
            <a:avLst/>
          </a:prstGeom>
          <a:noFill/>
          <a:ln>
            <a:noFill/>
          </a:ln>
        </p:spPr>
        <p:txBody>
          <a:bodyPr anchorCtr="0" anchor="t" bIns="33950" lIns="67925" spcFirstLastPara="1" rIns="67925" wrap="square" tIns="3395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Component Nedir?</a:t>
            </a:r>
            <a:endParaRPr b="1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19" name="Google Shape;1719;g34a49210254_0_40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3763" y="1007138"/>
            <a:ext cx="7088404" cy="343434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20" name="Google Shape;1720;g34a49210254_0_408"/>
          <p:cNvSpPr/>
          <p:nvPr/>
        </p:nvSpPr>
        <p:spPr>
          <a:xfrm>
            <a:off x="743506" y="1849875"/>
            <a:ext cx="6365400" cy="348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latin typeface="Calibri"/>
                <a:ea typeface="Calibri"/>
                <a:cs typeface="Calibri"/>
                <a:sym typeface="Calibri"/>
              </a:rPr>
              <a:t>Navbar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1" name="Google Shape;1721;g34a49210254_0_408"/>
          <p:cNvSpPr/>
          <p:nvPr/>
        </p:nvSpPr>
        <p:spPr>
          <a:xfrm>
            <a:off x="743506" y="2309513"/>
            <a:ext cx="1453200" cy="1384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latin typeface="Calibri"/>
                <a:ea typeface="Calibri"/>
                <a:cs typeface="Calibri"/>
                <a:sym typeface="Calibri"/>
              </a:rPr>
              <a:t>Menu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2" name="Google Shape;1722;g34a49210254_0_408"/>
          <p:cNvSpPr/>
          <p:nvPr/>
        </p:nvSpPr>
        <p:spPr>
          <a:xfrm>
            <a:off x="2339881" y="2309513"/>
            <a:ext cx="4768800" cy="1384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3" name="Google Shape;1723;g34a49210254_0_408"/>
          <p:cNvSpPr/>
          <p:nvPr/>
        </p:nvSpPr>
        <p:spPr>
          <a:xfrm>
            <a:off x="743506" y="3805275"/>
            <a:ext cx="6365400" cy="441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latin typeface="Calibri"/>
                <a:ea typeface="Calibri"/>
                <a:cs typeface="Calibri"/>
                <a:sym typeface="Calibri"/>
              </a:rPr>
              <a:t>Footer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4" name="Google Shape;1724;g34a49210254_0_408"/>
          <p:cNvSpPr/>
          <p:nvPr/>
        </p:nvSpPr>
        <p:spPr>
          <a:xfrm>
            <a:off x="2670725" y="2573794"/>
            <a:ext cx="4116300" cy="273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latin typeface="Calibri"/>
                <a:ea typeface="Calibri"/>
                <a:cs typeface="Calibri"/>
                <a:sym typeface="Calibri"/>
              </a:rPr>
              <a:t>Product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5" name="Google Shape;1725;g34a49210254_0_408"/>
          <p:cNvSpPr/>
          <p:nvPr/>
        </p:nvSpPr>
        <p:spPr>
          <a:xfrm>
            <a:off x="2670725" y="2936233"/>
            <a:ext cx="4116300" cy="273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Product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6" name="Google Shape;1726;g34a49210254_0_408"/>
          <p:cNvSpPr/>
          <p:nvPr/>
        </p:nvSpPr>
        <p:spPr>
          <a:xfrm>
            <a:off x="2670725" y="3298672"/>
            <a:ext cx="4116300" cy="273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tr-TR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Product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7" name="Google Shape;1727;g34a49210254_0_408"/>
          <p:cNvSpPr txBox="1"/>
          <p:nvPr/>
        </p:nvSpPr>
        <p:spPr>
          <a:xfrm>
            <a:off x="2425269" y="2309513"/>
            <a:ext cx="681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latin typeface="Calibri"/>
                <a:ea typeface="Calibri"/>
                <a:cs typeface="Calibri"/>
                <a:sym typeface="Calibri"/>
              </a:rPr>
              <a:t>Products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28" name="Google Shape;1728;g34a49210254_0_408"/>
          <p:cNvCxnSpPr/>
          <p:nvPr/>
        </p:nvCxnSpPr>
        <p:spPr>
          <a:xfrm>
            <a:off x="6664738" y="2724309"/>
            <a:ext cx="10578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29" name="Google Shape;1729;g34a49210254_0_408"/>
          <p:cNvSpPr txBox="1"/>
          <p:nvPr/>
        </p:nvSpPr>
        <p:spPr>
          <a:xfrm>
            <a:off x="7798063" y="2560181"/>
            <a:ext cx="1174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latin typeface="Calibri"/>
                <a:ea typeface="Calibri"/>
                <a:cs typeface="Calibri"/>
                <a:sym typeface="Calibri"/>
              </a:rPr>
              <a:t>Child Component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30" name="Google Shape;1730;g34a49210254_0_408"/>
          <p:cNvCxnSpPr/>
          <p:nvPr/>
        </p:nvCxnSpPr>
        <p:spPr>
          <a:xfrm>
            <a:off x="6664738" y="3082697"/>
            <a:ext cx="10578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31" name="Google Shape;1731;g34a49210254_0_408"/>
          <p:cNvSpPr txBox="1"/>
          <p:nvPr/>
        </p:nvSpPr>
        <p:spPr>
          <a:xfrm>
            <a:off x="7798063" y="2918569"/>
            <a:ext cx="1174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latin typeface="Calibri"/>
                <a:ea typeface="Calibri"/>
                <a:cs typeface="Calibri"/>
                <a:sym typeface="Calibri"/>
              </a:rPr>
              <a:t>Child Component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32" name="Google Shape;1732;g34a49210254_0_408"/>
          <p:cNvCxnSpPr/>
          <p:nvPr/>
        </p:nvCxnSpPr>
        <p:spPr>
          <a:xfrm>
            <a:off x="6664738" y="3414394"/>
            <a:ext cx="10578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33" name="Google Shape;1733;g34a49210254_0_408"/>
          <p:cNvSpPr txBox="1"/>
          <p:nvPr/>
        </p:nvSpPr>
        <p:spPr>
          <a:xfrm>
            <a:off x="7798063" y="3250266"/>
            <a:ext cx="1174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latin typeface="Calibri"/>
                <a:ea typeface="Calibri"/>
                <a:cs typeface="Calibri"/>
                <a:sym typeface="Calibri"/>
              </a:rPr>
              <a:t>Child Component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34" name="Google Shape;1734;g34a49210254_0_408"/>
          <p:cNvCxnSpPr/>
          <p:nvPr/>
        </p:nvCxnSpPr>
        <p:spPr>
          <a:xfrm>
            <a:off x="6664738" y="2394075"/>
            <a:ext cx="10578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35" name="Google Shape;1735;g34a49210254_0_408"/>
          <p:cNvSpPr txBox="1"/>
          <p:nvPr/>
        </p:nvSpPr>
        <p:spPr>
          <a:xfrm>
            <a:off x="7798063" y="2229947"/>
            <a:ext cx="1174200" cy="4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latin typeface="Calibri"/>
                <a:ea typeface="Calibri"/>
                <a:cs typeface="Calibri"/>
                <a:sym typeface="Calibri"/>
              </a:rPr>
              <a:t>Parent Component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6" name="Google Shape;1736;g34a49210254_0_408"/>
          <p:cNvSpPr/>
          <p:nvPr/>
        </p:nvSpPr>
        <p:spPr>
          <a:xfrm>
            <a:off x="609031" y="1754419"/>
            <a:ext cx="6661500" cy="25986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37" name="Google Shape;1737;g34a49210254_0_408"/>
          <p:cNvCxnSpPr/>
          <p:nvPr/>
        </p:nvCxnSpPr>
        <p:spPr>
          <a:xfrm rot="10800000">
            <a:off x="4311444" y="819103"/>
            <a:ext cx="0" cy="9192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38" name="Google Shape;1738;g34a49210254_0_408"/>
          <p:cNvSpPr txBox="1"/>
          <p:nvPr/>
        </p:nvSpPr>
        <p:spPr>
          <a:xfrm>
            <a:off x="4222449" y="502925"/>
            <a:ext cx="3500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latin typeface="Calibri"/>
                <a:ea typeface="Calibri"/>
                <a:cs typeface="Calibri"/>
                <a:sym typeface="Calibri"/>
              </a:rPr>
              <a:t>Parent Component</a:t>
            </a:r>
            <a:endParaRPr sz="110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9" name="Google Shape;1739;g34a49210254_0_408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4" name="Shape 1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5" name="Google Shape;1745;g34a49210254_0_543"/>
          <p:cNvSpPr/>
          <p:nvPr/>
        </p:nvSpPr>
        <p:spPr>
          <a:xfrm>
            <a:off x="294878" y="287688"/>
            <a:ext cx="60152" cy="63317"/>
          </a:xfrm>
          <a:custGeom>
            <a:rect b="b" l="l" r="r" t="t"/>
            <a:pathLst>
              <a:path extrusionOk="0" h="140" w="133">
                <a:moveTo>
                  <a:pt x="133" y="72"/>
                </a:moveTo>
                <a:lnTo>
                  <a:pt x="84" y="54"/>
                </a:lnTo>
                <a:lnTo>
                  <a:pt x="86" y="0"/>
                </a:lnTo>
                <a:lnTo>
                  <a:pt x="53" y="43"/>
                </a:lnTo>
                <a:lnTo>
                  <a:pt x="4" y="23"/>
                </a:lnTo>
                <a:lnTo>
                  <a:pt x="33" y="68"/>
                </a:lnTo>
                <a:lnTo>
                  <a:pt x="0" y="109"/>
                </a:lnTo>
                <a:lnTo>
                  <a:pt x="51" y="95"/>
                </a:lnTo>
                <a:lnTo>
                  <a:pt x="80" y="140"/>
                </a:lnTo>
                <a:lnTo>
                  <a:pt x="82" y="86"/>
                </a:lnTo>
                <a:lnTo>
                  <a:pt x="133" y="7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6" name="Google Shape;1746;g34a49210254_0_543"/>
          <p:cNvSpPr/>
          <p:nvPr/>
        </p:nvSpPr>
        <p:spPr>
          <a:xfrm>
            <a:off x="297592" y="202209"/>
            <a:ext cx="19448" cy="92715"/>
          </a:xfrm>
          <a:custGeom>
            <a:rect b="b" l="l" r="r" t="t"/>
            <a:pathLst>
              <a:path extrusionOk="0" h="205" w="43">
                <a:moveTo>
                  <a:pt x="43" y="0"/>
                </a:moveTo>
                <a:lnTo>
                  <a:pt x="0" y="45"/>
                </a:lnTo>
                <a:lnTo>
                  <a:pt x="0" y="205"/>
                </a:lnTo>
                <a:lnTo>
                  <a:pt x="43" y="164"/>
                </a:lnTo>
                <a:lnTo>
                  <a:pt x="43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7" name="Google Shape;1747;g34a49210254_0_543"/>
          <p:cNvSpPr/>
          <p:nvPr/>
        </p:nvSpPr>
        <p:spPr>
          <a:xfrm>
            <a:off x="212114" y="148390"/>
            <a:ext cx="19448" cy="194927"/>
          </a:xfrm>
          <a:custGeom>
            <a:rect b="b" l="l" r="r" t="t"/>
            <a:pathLst>
              <a:path extrusionOk="0" h="431" w="43">
                <a:moveTo>
                  <a:pt x="0" y="0"/>
                </a:moveTo>
                <a:lnTo>
                  <a:pt x="43" y="47"/>
                </a:lnTo>
                <a:lnTo>
                  <a:pt x="43" y="431"/>
                </a:lnTo>
                <a:lnTo>
                  <a:pt x="0" y="390"/>
                </a:lnTo>
                <a:lnTo>
                  <a:pt x="0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8" name="Google Shape;1748;g34a49210254_0_543"/>
          <p:cNvSpPr/>
          <p:nvPr/>
        </p:nvSpPr>
        <p:spPr>
          <a:xfrm>
            <a:off x="239701" y="171455"/>
            <a:ext cx="19448" cy="265933"/>
          </a:xfrm>
          <a:custGeom>
            <a:rect b="b" l="l" r="r" t="t"/>
            <a:pathLst>
              <a:path extrusionOk="0" h="588" w="43">
                <a:moveTo>
                  <a:pt x="43" y="43"/>
                </a:moveTo>
                <a:lnTo>
                  <a:pt x="0" y="0"/>
                </a:lnTo>
                <a:lnTo>
                  <a:pt x="0" y="23"/>
                </a:lnTo>
                <a:lnTo>
                  <a:pt x="0" y="23"/>
                </a:lnTo>
                <a:lnTo>
                  <a:pt x="0" y="261"/>
                </a:lnTo>
                <a:lnTo>
                  <a:pt x="0" y="261"/>
                </a:lnTo>
                <a:lnTo>
                  <a:pt x="0" y="284"/>
                </a:lnTo>
                <a:lnTo>
                  <a:pt x="0" y="417"/>
                </a:lnTo>
                <a:lnTo>
                  <a:pt x="0" y="442"/>
                </a:lnTo>
                <a:lnTo>
                  <a:pt x="0" y="442"/>
                </a:lnTo>
                <a:lnTo>
                  <a:pt x="0" y="442"/>
                </a:lnTo>
                <a:lnTo>
                  <a:pt x="0" y="461"/>
                </a:lnTo>
                <a:lnTo>
                  <a:pt x="0" y="461"/>
                </a:lnTo>
                <a:lnTo>
                  <a:pt x="0" y="467"/>
                </a:lnTo>
                <a:lnTo>
                  <a:pt x="0" y="487"/>
                </a:lnTo>
                <a:lnTo>
                  <a:pt x="0" y="487"/>
                </a:lnTo>
                <a:lnTo>
                  <a:pt x="2" y="500"/>
                </a:lnTo>
                <a:lnTo>
                  <a:pt x="4" y="516"/>
                </a:lnTo>
                <a:lnTo>
                  <a:pt x="7" y="530"/>
                </a:lnTo>
                <a:lnTo>
                  <a:pt x="13" y="541"/>
                </a:lnTo>
                <a:lnTo>
                  <a:pt x="19" y="555"/>
                </a:lnTo>
                <a:lnTo>
                  <a:pt x="25" y="567"/>
                </a:lnTo>
                <a:lnTo>
                  <a:pt x="33" y="578"/>
                </a:lnTo>
                <a:lnTo>
                  <a:pt x="43" y="588"/>
                </a:lnTo>
                <a:lnTo>
                  <a:pt x="43" y="4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9" name="Google Shape;1749;g34a49210254_0_543"/>
          <p:cNvSpPr/>
          <p:nvPr/>
        </p:nvSpPr>
        <p:spPr>
          <a:xfrm>
            <a:off x="268647" y="201305"/>
            <a:ext cx="19448" cy="255531"/>
          </a:xfrm>
          <a:custGeom>
            <a:rect b="b" l="l" r="r" t="t"/>
            <a:pathLst>
              <a:path extrusionOk="0" h="565" w="43">
                <a:moveTo>
                  <a:pt x="43" y="329"/>
                </a:moveTo>
                <a:lnTo>
                  <a:pt x="43" y="329"/>
                </a:lnTo>
                <a:lnTo>
                  <a:pt x="43" y="232"/>
                </a:lnTo>
                <a:lnTo>
                  <a:pt x="43" y="208"/>
                </a:lnTo>
                <a:lnTo>
                  <a:pt x="43" y="208"/>
                </a:lnTo>
                <a:lnTo>
                  <a:pt x="43" y="43"/>
                </a:lnTo>
                <a:lnTo>
                  <a:pt x="0" y="0"/>
                </a:lnTo>
                <a:lnTo>
                  <a:pt x="0" y="542"/>
                </a:lnTo>
                <a:lnTo>
                  <a:pt x="0" y="542"/>
                </a:lnTo>
                <a:lnTo>
                  <a:pt x="19" y="555"/>
                </a:lnTo>
                <a:lnTo>
                  <a:pt x="41" y="565"/>
                </a:lnTo>
                <a:lnTo>
                  <a:pt x="41" y="565"/>
                </a:lnTo>
                <a:lnTo>
                  <a:pt x="43" y="565"/>
                </a:lnTo>
                <a:lnTo>
                  <a:pt x="43" y="32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0" name="Google Shape;1750;g34a49210254_0_543"/>
          <p:cNvSpPr/>
          <p:nvPr/>
        </p:nvSpPr>
        <p:spPr>
          <a:xfrm>
            <a:off x="298496" y="332462"/>
            <a:ext cx="82765" cy="129801"/>
          </a:xfrm>
          <a:custGeom>
            <a:rect b="b" l="l" r="r" t="t"/>
            <a:pathLst>
              <a:path extrusionOk="0" h="287" w="183">
                <a:moveTo>
                  <a:pt x="181" y="109"/>
                </a:moveTo>
                <a:lnTo>
                  <a:pt x="181" y="109"/>
                </a:lnTo>
                <a:lnTo>
                  <a:pt x="175" y="90"/>
                </a:lnTo>
                <a:lnTo>
                  <a:pt x="170" y="72"/>
                </a:lnTo>
                <a:lnTo>
                  <a:pt x="160" y="57"/>
                </a:lnTo>
                <a:lnTo>
                  <a:pt x="148" y="41"/>
                </a:lnTo>
                <a:lnTo>
                  <a:pt x="135" y="28"/>
                </a:lnTo>
                <a:lnTo>
                  <a:pt x="121" y="16"/>
                </a:lnTo>
                <a:lnTo>
                  <a:pt x="105" y="6"/>
                </a:lnTo>
                <a:lnTo>
                  <a:pt x="88" y="0"/>
                </a:lnTo>
                <a:lnTo>
                  <a:pt x="88" y="0"/>
                </a:lnTo>
                <a:lnTo>
                  <a:pt x="103" y="10"/>
                </a:lnTo>
                <a:lnTo>
                  <a:pt x="103" y="10"/>
                </a:lnTo>
                <a:lnTo>
                  <a:pt x="113" y="22"/>
                </a:lnTo>
                <a:lnTo>
                  <a:pt x="123" y="35"/>
                </a:lnTo>
                <a:lnTo>
                  <a:pt x="129" y="51"/>
                </a:lnTo>
                <a:lnTo>
                  <a:pt x="131" y="68"/>
                </a:lnTo>
                <a:lnTo>
                  <a:pt x="131" y="68"/>
                </a:lnTo>
                <a:lnTo>
                  <a:pt x="129" y="86"/>
                </a:lnTo>
                <a:lnTo>
                  <a:pt x="123" y="100"/>
                </a:lnTo>
                <a:lnTo>
                  <a:pt x="117" y="113"/>
                </a:lnTo>
                <a:lnTo>
                  <a:pt x="107" y="125"/>
                </a:lnTo>
                <a:lnTo>
                  <a:pt x="96" y="137"/>
                </a:lnTo>
                <a:lnTo>
                  <a:pt x="82" y="142"/>
                </a:lnTo>
                <a:lnTo>
                  <a:pt x="66" y="148"/>
                </a:lnTo>
                <a:lnTo>
                  <a:pt x="51" y="150"/>
                </a:lnTo>
                <a:lnTo>
                  <a:pt x="51" y="150"/>
                </a:lnTo>
                <a:lnTo>
                  <a:pt x="35" y="148"/>
                </a:lnTo>
                <a:lnTo>
                  <a:pt x="22" y="144"/>
                </a:lnTo>
                <a:lnTo>
                  <a:pt x="10" y="139"/>
                </a:lnTo>
                <a:lnTo>
                  <a:pt x="0" y="129"/>
                </a:lnTo>
                <a:lnTo>
                  <a:pt x="0" y="283"/>
                </a:lnTo>
                <a:lnTo>
                  <a:pt x="0" y="283"/>
                </a:lnTo>
                <a:lnTo>
                  <a:pt x="16" y="285"/>
                </a:lnTo>
                <a:lnTo>
                  <a:pt x="31" y="287"/>
                </a:lnTo>
                <a:lnTo>
                  <a:pt x="49" y="287"/>
                </a:lnTo>
                <a:lnTo>
                  <a:pt x="64" y="285"/>
                </a:lnTo>
                <a:lnTo>
                  <a:pt x="64" y="285"/>
                </a:lnTo>
                <a:lnTo>
                  <a:pt x="82" y="279"/>
                </a:lnTo>
                <a:lnTo>
                  <a:pt x="99" y="273"/>
                </a:lnTo>
                <a:lnTo>
                  <a:pt x="115" y="263"/>
                </a:lnTo>
                <a:lnTo>
                  <a:pt x="129" y="253"/>
                </a:lnTo>
                <a:lnTo>
                  <a:pt x="142" y="242"/>
                </a:lnTo>
                <a:lnTo>
                  <a:pt x="152" y="230"/>
                </a:lnTo>
                <a:lnTo>
                  <a:pt x="162" y="216"/>
                </a:lnTo>
                <a:lnTo>
                  <a:pt x="170" y="201"/>
                </a:lnTo>
                <a:lnTo>
                  <a:pt x="170" y="201"/>
                </a:lnTo>
                <a:lnTo>
                  <a:pt x="172" y="197"/>
                </a:lnTo>
                <a:lnTo>
                  <a:pt x="172" y="197"/>
                </a:lnTo>
                <a:lnTo>
                  <a:pt x="172" y="197"/>
                </a:lnTo>
                <a:lnTo>
                  <a:pt x="179" y="176"/>
                </a:lnTo>
                <a:lnTo>
                  <a:pt x="183" y="154"/>
                </a:lnTo>
                <a:lnTo>
                  <a:pt x="183" y="131"/>
                </a:lnTo>
                <a:lnTo>
                  <a:pt x="181" y="109"/>
                </a:lnTo>
                <a:lnTo>
                  <a:pt x="181" y="10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1" name="Google Shape;1751;g34a49210254_0_543"/>
          <p:cNvSpPr/>
          <p:nvPr/>
        </p:nvSpPr>
        <p:spPr>
          <a:xfrm>
            <a:off x="423775" y="210802"/>
            <a:ext cx="128443" cy="145630"/>
          </a:xfrm>
          <a:custGeom>
            <a:rect b="b" l="l" r="r" t="t"/>
            <a:pathLst>
              <a:path extrusionOk="0" h="322" w="284">
                <a:moveTo>
                  <a:pt x="253" y="302"/>
                </a:moveTo>
                <a:lnTo>
                  <a:pt x="253" y="302"/>
                </a:lnTo>
                <a:lnTo>
                  <a:pt x="239" y="310"/>
                </a:lnTo>
                <a:lnTo>
                  <a:pt x="222" y="316"/>
                </a:lnTo>
                <a:lnTo>
                  <a:pt x="200" y="320"/>
                </a:lnTo>
                <a:lnTo>
                  <a:pt x="175" y="322"/>
                </a:lnTo>
                <a:lnTo>
                  <a:pt x="0" y="322"/>
                </a:lnTo>
                <a:lnTo>
                  <a:pt x="0" y="0"/>
                </a:lnTo>
                <a:lnTo>
                  <a:pt x="163" y="0"/>
                </a:lnTo>
                <a:lnTo>
                  <a:pt x="163" y="0"/>
                </a:lnTo>
                <a:lnTo>
                  <a:pt x="189" y="0"/>
                </a:lnTo>
                <a:lnTo>
                  <a:pt x="189" y="0"/>
                </a:lnTo>
                <a:lnTo>
                  <a:pt x="200" y="2"/>
                </a:lnTo>
                <a:lnTo>
                  <a:pt x="200" y="2"/>
                </a:lnTo>
                <a:lnTo>
                  <a:pt x="206" y="4"/>
                </a:lnTo>
                <a:lnTo>
                  <a:pt x="206" y="4"/>
                </a:lnTo>
                <a:lnTo>
                  <a:pt x="228" y="8"/>
                </a:lnTo>
                <a:lnTo>
                  <a:pt x="249" y="16"/>
                </a:lnTo>
                <a:lnTo>
                  <a:pt x="249" y="16"/>
                </a:lnTo>
                <a:lnTo>
                  <a:pt x="259" y="22"/>
                </a:lnTo>
                <a:lnTo>
                  <a:pt x="266" y="30"/>
                </a:lnTo>
                <a:lnTo>
                  <a:pt x="272" y="39"/>
                </a:lnTo>
                <a:lnTo>
                  <a:pt x="276" y="51"/>
                </a:lnTo>
                <a:lnTo>
                  <a:pt x="280" y="71"/>
                </a:lnTo>
                <a:lnTo>
                  <a:pt x="282" y="96"/>
                </a:lnTo>
                <a:lnTo>
                  <a:pt x="282" y="96"/>
                </a:lnTo>
                <a:lnTo>
                  <a:pt x="282" y="106"/>
                </a:lnTo>
                <a:lnTo>
                  <a:pt x="278" y="113"/>
                </a:lnTo>
                <a:lnTo>
                  <a:pt x="274" y="121"/>
                </a:lnTo>
                <a:lnTo>
                  <a:pt x="268" y="131"/>
                </a:lnTo>
                <a:lnTo>
                  <a:pt x="268" y="131"/>
                </a:lnTo>
                <a:lnTo>
                  <a:pt x="255" y="147"/>
                </a:lnTo>
                <a:lnTo>
                  <a:pt x="235" y="160"/>
                </a:lnTo>
                <a:lnTo>
                  <a:pt x="235" y="160"/>
                </a:lnTo>
                <a:lnTo>
                  <a:pt x="245" y="166"/>
                </a:lnTo>
                <a:lnTo>
                  <a:pt x="255" y="174"/>
                </a:lnTo>
                <a:lnTo>
                  <a:pt x="263" y="180"/>
                </a:lnTo>
                <a:lnTo>
                  <a:pt x="270" y="189"/>
                </a:lnTo>
                <a:lnTo>
                  <a:pt x="270" y="189"/>
                </a:lnTo>
                <a:lnTo>
                  <a:pt x="276" y="199"/>
                </a:lnTo>
                <a:lnTo>
                  <a:pt x="280" y="211"/>
                </a:lnTo>
                <a:lnTo>
                  <a:pt x="282" y="226"/>
                </a:lnTo>
                <a:lnTo>
                  <a:pt x="284" y="244"/>
                </a:lnTo>
                <a:lnTo>
                  <a:pt x="284" y="244"/>
                </a:lnTo>
                <a:lnTo>
                  <a:pt x="282" y="261"/>
                </a:lnTo>
                <a:lnTo>
                  <a:pt x="276" y="277"/>
                </a:lnTo>
                <a:lnTo>
                  <a:pt x="266" y="291"/>
                </a:lnTo>
                <a:lnTo>
                  <a:pt x="253" y="302"/>
                </a:lnTo>
                <a:lnTo>
                  <a:pt x="253" y="302"/>
                </a:lnTo>
                <a:close/>
                <a:moveTo>
                  <a:pt x="198" y="67"/>
                </a:moveTo>
                <a:lnTo>
                  <a:pt x="198" y="67"/>
                </a:lnTo>
                <a:lnTo>
                  <a:pt x="191" y="63"/>
                </a:lnTo>
                <a:lnTo>
                  <a:pt x="183" y="61"/>
                </a:lnTo>
                <a:lnTo>
                  <a:pt x="175" y="59"/>
                </a:lnTo>
                <a:lnTo>
                  <a:pt x="165" y="57"/>
                </a:lnTo>
                <a:lnTo>
                  <a:pt x="66" y="57"/>
                </a:lnTo>
                <a:lnTo>
                  <a:pt x="66" y="133"/>
                </a:lnTo>
                <a:lnTo>
                  <a:pt x="165" y="133"/>
                </a:lnTo>
                <a:lnTo>
                  <a:pt x="165" y="133"/>
                </a:lnTo>
                <a:lnTo>
                  <a:pt x="183" y="129"/>
                </a:lnTo>
                <a:lnTo>
                  <a:pt x="191" y="127"/>
                </a:lnTo>
                <a:lnTo>
                  <a:pt x="196" y="123"/>
                </a:lnTo>
                <a:lnTo>
                  <a:pt x="196" y="123"/>
                </a:lnTo>
                <a:lnTo>
                  <a:pt x="202" y="119"/>
                </a:lnTo>
                <a:lnTo>
                  <a:pt x="206" y="113"/>
                </a:lnTo>
                <a:lnTo>
                  <a:pt x="208" y="106"/>
                </a:lnTo>
                <a:lnTo>
                  <a:pt x="210" y="96"/>
                </a:lnTo>
                <a:lnTo>
                  <a:pt x="210" y="96"/>
                </a:lnTo>
                <a:lnTo>
                  <a:pt x="208" y="86"/>
                </a:lnTo>
                <a:lnTo>
                  <a:pt x="206" y="78"/>
                </a:lnTo>
                <a:lnTo>
                  <a:pt x="202" y="73"/>
                </a:lnTo>
                <a:lnTo>
                  <a:pt x="198" y="67"/>
                </a:lnTo>
                <a:lnTo>
                  <a:pt x="198" y="67"/>
                </a:lnTo>
                <a:close/>
                <a:moveTo>
                  <a:pt x="198" y="197"/>
                </a:moveTo>
                <a:lnTo>
                  <a:pt x="198" y="197"/>
                </a:lnTo>
                <a:lnTo>
                  <a:pt x="194" y="195"/>
                </a:lnTo>
                <a:lnTo>
                  <a:pt x="185" y="193"/>
                </a:lnTo>
                <a:lnTo>
                  <a:pt x="159" y="191"/>
                </a:lnTo>
                <a:lnTo>
                  <a:pt x="120" y="189"/>
                </a:lnTo>
                <a:lnTo>
                  <a:pt x="66" y="189"/>
                </a:lnTo>
                <a:lnTo>
                  <a:pt x="66" y="265"/>
                </a:lnTo>
                <a:lnTo>
                  <a:pt x="165" y="265"/>
                </a:lnTo>
                <a:lnTo>
                  <a:pt x="165" y="265"/>
                </a:lnTo>
                <a:lnTo>
                  <a:pt x="183" y="263"/>
                </a:lnTo>
                <a:lnTo>
                  <a:pt x="191" y="260"/>
                </a:lnTo>
                <a:lnTo>
                  <a:pt x="198" y="258"/>
                </a:lnTo>
                <a:lnTo>
                  <a:pt x="198" y="258"/>
                </a:lnTo>
                <a:lnTo>
                  <a:pt x="204" y="252"/>
                </a:lnTo>
                <a:lnTo>
                  <a:pt x="208" y="246"/>
                </a:lnTo>
                <a:lnTo>
                  <a:pt x="210" y="238"/>
                </a:lnTo>
                <a:lnTo>
                  <a:pt x="210" y="228"/>
                </a:lnTo>
                <a:lnTo>
                  <a:pt x="210" y="228"/>
                </a:lnTo>
                <a:lnTo>
                  <a:pt x="210" y="219"/>
                </a:lnTo>
                <a:lnTo>
                  <a:pt x="208" y="211"/>
                </a:lnTo>
                <a:lnTo>
                  <a:pt x="204" y="203"/>
                </a:lnTo>
                <a:lnTo>
                  <a:pt x="198" y="197"/>
                </a:lnTo>
                <a:lnTo>
                  <a:pt x="198" y="19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2" name="Google Shape;1752;g34a49210254_0_543"/>
          <p:cNvSpPr/>
          <p:nvPr/>
        </p:nvSpPr>
        <p:spPr>
          <a:xfrm>
            <a:off x="560811" y="210802"/>
            <a:ext cx="125279" cy="145630"/>
          </a:xfrm>
          <a:custGeom>
            <a:rect b="b" l="l" r="r" t="t"/>
            <a:pathLst>
              <a:path extrusionOk="0" h="322" w="277">
                <a:moveTo>
                  <a:pt x="174" y="57"/>
                </a:moveTo>
                <a:lnTo>
                  <a:pt x="174" y="322"/>
                </a:lnTo>
                <a:lnTo>
                  <a:pt x="104" y="322"/>
                </a:lnTo>
                <a:lnTo>
                  <a:pt x="104" y="57"/>
                </a:lnTo>
                <a:lnTo>
                  <a:pt x="0" y="57"/>
                </a:lnTo>
                <a:lnTo>
                  <a:pt x="0" y="0"/>
                </a:lnTo>
                <a:lnTo>
                  <a:pt x="277" y="0"/>
                </a:lnTo>
                <a:lnTo>
                  <a:pt x="277" y="57"/>
                </a:lnTo>
                <a:lnTo>
                  <a:pt x="174" y="5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3" name="Google Shape;1753;g34a49210254_0_543"/>
          <p:cNvSpPr/>
          <p:nvPr/>
        </p:nvSpPr>
        <p:spPr>
          <a:xfrm>
            <a:off x="701014" y="210802"/>
            <a:ext cx="125279" cy="145630"/>
          </a:xfrm>
          <a:custGeom>
            <a:rect b="b" l="l" r="r" t="t"/>
            <a:pathLst>
              <a:path extrusionOk="0" h="322" w="277">
                <a:moveTo>
                  <a:pt x="189" y="322"/>
                </a:moveTo>
                <a:lnTo>
                  <a:pt x="68" y="162"/>
                </a:lnTo>
                <a:lnTo>
                  <a:pt x="68" y="322"/>
                </a:lnTo>
                <a:lnTo>
                  <a:pt x="0" y="322"/>
                </a:lnTo>
                <a:lnTo>
                  <a:pt x="0" y="0"/>
                </a:lnTo>
                <a:lnTo>
                  <a:pt x="68" y="0"/>
                </a:lnTo>
                <a:lnTo>
                  <a:pt x="68" y="154"/>
                </a:lnTo>
                <a:lnTo>
                  <a:pt x="195" y="0"/>
                </a:lnTo>
                <a:lnTo>
                  <a:pt x="275" y="0"/>
                </a:lnTo>
                <a:lnTo>
                  <a:pt x="146" y="158"/>
                </a:lnTo>
                <a:lnTo>
                  <a:pt x="277" y="322"/>
                </a:lnTo>
                <a:lnTo>
                  <a:pt x="189" y="32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4" name="Google Shape;1754;g34a49210254_0_543"/>
          <p:cNvSpPr/>
          <p:nvPr/>
        </p:nvSpPr>
        <p:spPr>
          <a:xfrm>
            <a:off x="419252" y="377689"/>
            <a:ext cx="89097" cy="82765"/>
          </a:xfrm>
          <a:custGeom>
            <a:rect b="b" l="l" r="r" t="t"/>
            <a:pathLst>
              <a:path extrusionOk="0" h="183" w="197">
                <a:moveTo>
                  <a:pt x="154" y="183"/>
                </a:moveTo>
                <a:lnTo>
                  <a:pt x="136" y="140"/>
                </a:lnTo>
                <a:lnTo>
                  <a:pt x="56" y="140"/>
                </a:lnTo>
                <a:lnTo>
                  <a:pt x="41" y="183"/>
                </a:lnTo>
                <a:lnTo>
                  <a:pt x="0" y="183"/>
                </a:lnTo>
                <a:lnTo>
                  <a:pt x="78" y="0"/>
                </a:lnTo>
                <a:lnTo>
                  <a:pt x="117" y="0"/>
                </a:lnTo>
                <a:lnTo>
                  <a:pt x="197" y="183"/>
                </a:lnTo>
                <a:lnTo>
                  <a:pt x="154" y="183"/>
                </a:lnTo>
                <a:close/>
                <a:moveTo>
                  <a:pt x="95" y="37"/>
                </a:moveTo>
                <a:lnTo>
                  <a:pt x="68" y="107"/>
                </a:lnTo>
                <a:lnTo>
                  <a:pt x="125" y="107"/>
                </a:lnTo>
                <a:lnTo>
                  <a:pt x="95" y="3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5" name="Google Shape;1755;g34a49210254_0_543"/>
          <p:cNvSpPr/>
          <p:nvPr/>
        </p:nvSpPr>
        <p:spPr>
          <a:xfrm>
            <a:off x="513323" y="377689"/>
            <a:ext cx="71459" cy="82765"/>
          </a:xfrm>
          <a:custGeom>
            <a:rect b="b" l="l" r="r" t="t"/>
            <a:pathLst>
              <a:path extrusionOk="0" h="183" w="158">
                <a:moveTo>
                  <a:pt x="109" y="183"/>
                </a:moveTo>
                <a:lnTo>
                  <a:pt x="39" y="93"/>
                </a:lnTo>
                <a:lnTo>
                  <a:pt x="39" y="183"/>
                </a:lnTo>
                <a:lnTo>
                  <a:pt x="0" y="183"/>
                </a:lnTo>
                <a:lnTo>
                  <a:pt x="0" y="0"/>
                </a:lnTo>
                <a:lnTo>
                  <a:pt x="39" y="0"/>
                </a:lnTo>
                <a:lnTo>
                  <a:pt x="39" y="89"/>
                </a:lnTo>
                <a:lnTo>
                  <a:pt x="111" y="0"/>
                </a:lnTo>
                <a:lnTo>
                  <a:pt x="158" y="0"/>
                </a:lnTo>
                <a:lnTo>
                  <a:pt x="84" y="89"/>
                </a:lnTo>
                <a:lnTo>
                  <a:pt x="158" y="183"/>
                </a:lnTo>
                <a:lnTo>
                  <a:pt x="109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6" name="Google Shape;1756;g34a49210254_0_543"/>
          <p:cNvSpPr/>
          <p:nvPr/>
        </p:nvSpPr>
        <p:spPr>
          <a:xfrm>
            <a:off x="579354" y="377689"/>
            <a:ext cx="89097" cy="82765"/>
          </a:xfrm>
          <a:custGeom>
            <a:rect b="b" l="l" r="r" t="t"/>
            <a:pathLst>
              <a:path extrusionOk="0" h="183" w="197">
                <a:moveTo>
                  <a:pt x="154" y="183"/>
                </a:moveTo>
                <a:lnTo>
                  <a:pt x="137" y="140"/>
                </a:lnTo>
                <a:lnTo>
                  <a:pt x="59" y="140"/>
                </a:lnTo>
                <a:lnTo>
                  <a:pt x="41" y="183"/>
                </a:lnTo>
                <a:lnTo>
                  <a:pt x="0" y="183"/>
                </a:lnTo>
                <a:lnTo>
                  <a:pt x="78" y="0"/>
                </a:lnTo>
                <a:lnTo>
                  <a:pt x="119" y="0"/>
                </a:lnTo>
                <a:lnTo>
                  <a:pt x="197" y="183"/>
                </a:lnTo>
                <a:lnTo>
                  <a:pt x="154" y="183"/>
                </a:lnTo>
                <a:close/>
                <a:moveTo>
                  <a:pt x="98" y="37"/>
                </a:moveTo>
                <a:lnTo>
                  <a:pt x="70" y="107"/>
                </a:lnTo>
                <a:lnTo>
                  <a:pt x="125" y="107"/>
                </a:lnTo>
                <a:lnTo>
                  <a:pt x="98" y="3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7" name="Google Shape;1757;g34a49210254_0_543"/>
          <p:cNvSpPr/>
          <p:nvPr/>
        </p:nvSpPr>
        <p:spPr>
          <a:xfrm>
            <a:off x="674783" y="377689"/>
            <a:ext cx="76433" cy="82765"/>
          </a:xfrm>
          <a:custGeom>
            <a:rect b="b" l="l" r="r" t="t"/>
            <a:pathLst>
              <a:path extrusionOk="0" h="183" w="169">
                <a:moveTo>
                  <a:pt x="169" y="85"/>
                </a:moveTo>
                <a:lnTo>
                  <a:pt x="169" y="91"/>
                </a:lnTo>
                <a:lnTo>
                  <a:pt x="169" y="95"/>
                </a:lnTo>
                <a:lnTo>
                  <a:pt x="169" y="99"/>
                </a:lnTo>
                <a:lnTo>
                  <a:pt x="169" y="101"/>
                </a:lnTo>
                <a:lnTo>
                  <a:pt x="169" y="101"/>
                </a:lnTo>
                <a:lnTo>
                  <a:pt x="169" y="111"/>
                </a:lnTo>
                <a:lnTo>
                  <a:pt x="169" y="111"/>
                </a:lnTo>
                <a:lnTo>
                  <a:pt x="167" y="116"/>
                </a:lnTo>
                <a:lnTo>
                  <a:pt x="167" y="116"/>
                </a:lnTo>
                <a:lnTo>
                  <a:pt x="167" y="124"/>
                </a:lnTo>
                <a:lnTo>
                  <a:pt x="167" y="124"/>
                </a:lnTo>
                <a:lnTo>
                  <a:pt x="165" y="132"/>
                </a:lnTo>
                <a:lnTo>
                  <a:pt x="165" y="132"/>
                </a:lnTo>
                <a:lnTo>
                  <a:pt x="165" y="134"/>
                </a:lnTo>
                <a:lnTo>
                  <a:pt x="165" y="134"/>
                </a:lnTo>
                <a:lnTo>
                  <a:pt x="165" y="138"/>
                </a:lnTo>
                <a:lnTo>
                  <a:pt x="165" y="138"/>
                </a:lnTo>
                <a:lnTo>
                  <a:pt x="161" y="142"/>
                </a:lnTo>
                <a:lnTo>
                  <a:pt x="161" y="142"/>
                </a:lnTo>
                <a:lnTo>
                  <a:pt x="157" y="152"/>
                </a:lnTo>
                <a:lnTo>
                  <a:pt x="150" y="161"/>
                </a:lnTo>
                <a:lnTo>
                  <a:pt x="150" y="161"/>
                </a:lnTo>
                <a:lnTo>
                  <a:pt x="134" y="173"/>
                </a:lnTo>
                <a:lnTo>
                  <a:pt x="118" y="179"/>
                </a:lnTo>
                <a:lnTo>
                  <a:pt x="118" y="179"/>
                </a:lnTo>
                <a:lnTo>
                  <a:pt x="103" y="183"/>
                </a:lnTo>
                <a:lnTo>
                  <a:pt x="83" y="183"/>
                </a:lnTo>
                <a:lnTo>
                  <a:pt x="0" y="183"/>
                </a:lnTo>
                <a:lnTo>
                  <a:pt x="0" y="0"/>
                </a:lnTo>
                <a:lnTo>
                  <a:pt x="83" y="0"/>
                </a:lnTo>
                <a:lnTo>
                  <a:pt x="83" y="0"/>
                </a:lnTo>
                <a:lnTo>
                  <a:pt x="103" y="2"/>
                </a:lnTo>
                <a:lnTo>
                  <a:pt x="122" y="7"/>
                </a:lnTo>
                <a:lnTo>
                  <a:pt x="138" y="15"/>
                </a:lnTo>
                <a:lnTo>
                  <a:pt x="150" y="25"/>
                </a:lnTo>
                <a:lnTo>
                  <a:pt x="150" y="25"/>
                </a:lnTo>
                <a:lnTo>
                  <a:pt x="157" y="37"/>
                </a:lnTo>
                <a:lnTo>
                  <a:pt x="165" y="50"/>
                </a:lnTo>
                <a:lnTo>
                  <a:pt x="167" y="64"/>
                </a:lnTo>
                <a:lnTo>
                  <a:pt x="169" y="77"/>
                </a:lnTo>
                <a:lnTo>
                  <a:pt x="169" y="85"/>
                </a:lnTo>
                <a:close/>
                <a:moveTo>
                  <a:pt x="126" y="89"/>
                </a:moveTo>
                <a:lnTo>
                  <a:pt x="126" y="89"/>
                </a:lnTo>
                <a:lnTo>
                  <a:pt x="126" y="79"/>
                </a:lnTo>
                <a:lnTo>
                  <a:pt x="126" y="79"/>
                </a:lnTo>
                <a:lnTo>
                  <a:pt x="126" y="70"/>
                </a:lnTo>
                <a:lnTo>
                  <a:pt x="126" y="70"/>
                </a:lnTo>
                <a:lnTo>
                  <a:pt x="122" y="58"/>
                </a:lnTo>
                <a:lnTo>
                  <a:pt x="118" y="48"/>
                </a:lnTo>
                <a:lnTo>
                  <a:pt x="118" y="48"/>
                </a:lnTo>
                <a:lnTo>
                  <a:pt x="113" y="40"/>
                </a:lnTo>
                <a:lnTo>
                  <a:pt x="103" y="35"/>
                </a:lnTo>
                <a:lnTo>
                  <a:pt x="93" y="33"/>
                </a:lnTo>
                <a:lnTo>
                  <a:pt x="81" y="33"/>
                </a:lnTo>
                <a:lnTo>
                  <a:pt x="37" y="33"/>
                </a:lnTo>
                <a:lnTo>
                  <a:pt x="37" y="152"/>
                </a:lnTo>
                <a:lnTo>
                  <a:pt x="81" y="152"/>
                </a:lnTo>
                <a:lnTo>
                  <a:pt x="93" y="152"/>
                </a:lnTo>
                <a:lnTo>
                  <a:pt x="97" y="152"/>
                </a:lnTo>
                <a:lnTo>
                  <a:pt x="101" y="150"/>
                </a:lnTo>
                <a:lnTo>
                  <a:pt x="101" y="150"/>
                </a:lnTo>
                <a:lnTo>
                  <a:pt x="111" y="146"/>
                </a:lnTo>
                <a:lnTo>
                  <a:pt x="118" y="138"/>
                </a:lnTo>
                <a:lnTo>
                  <a:pt x="122" y="128"/>
                </a:lnTo>
                <a:lnTo>
                  <a:pt x="122" y="128"/>
                </a:lnTo>
                <a:lnTo>
                  <a:pt x="124" y="126"/>
                </a:lnTo>
                <a:lnTo>
                  <a:pt x="124" y="126"/>
                </a:lnTo>
                <a:lnTo>
                  <a:pt x="124" y="120"/>
                </a:lnTo>
                <a:lnTo>
                  <a:pt x="124" y="120"/>
                </a:lnTo>
                <a:lnTo>
                  <a:pt x="126" y="111"/>
                </a:lnTo>
                <a:lnTo>
                  <a:pt x="126" y="111"/>
                </a:lnTo>
                <a:lnTo>
                  <a:pt x="126" y="101"/>
                </a:lnTo>
                <a:lnTo>
                  <a:pt x="126" y="99"/>
                </a:lnTo>
                <a:lnTo>
                  <a:pt x="126" y="93"/>
                </a:lnTo>
                <a:lnTo>
                  <a:pt x="126" y="8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8" name="Google Shape;1758;g34a49210254_0_543"/>
          <p:cNvSpPr/>
          <p:nvPr/>
        </p:nvSpPr>
        <p:spPr>
          <a:xfrm>
            <a:off x="757547" y="377689"/>
            <a:ext cx="68745" cy="82765"/>
          </a:xfrm>
          <a:custGeom>
            <a:rect b="b" l="l" r="r" t="t"/>
            <a:pathLst>
              <a:path extrusionOk="0" h="183" w="152">
                <a:moveTo>
                  <a:pt x="85" y="183"/>
                </a:moveTo>
                <a:lnTo>
                  <a:pt x="70" y="183"/>
                </a:lnTo>
                <a:lnTo>
                  <a:pt x="64" y="183"/>
                </a:lnTo>
                <a:lnTo>
                  <a:pt x="64" y="183"/>
                </a:lnTo>
                <a:lnTo>
                  <a:pt x="58" y="183"/>
                </a:lnTo>
                <a:lnTo>
                  <a:pt x="58" y="183"/>
                </a:lnTo>
                <a:lnTo>
                  <a:pt x="56" y="181"/>
                </a:lnTo>
                <a:lnTo>
                  <a:pt x="56" y="181"/>
                </a:lnTo>
                <a:lnTo>
                  <a:pt x="54" y="181"/>
                </a:lnTo>
                <a:lnTo>
                  <a:pt x="54" y="181"/>
                </a:lnTo>
                <a:lnTo>
                  <a:pt x="43" y="177"/>
                </a:lnTo>
                <a:lnTo>
                  <a:pt x="31" y="169"/>
                </a:lnTo>
                <a:lnTo>
                  <a:pt x="21" y="159"/>
                </a:lnTo>
                <a:lnTo>
                  <a:pt x="13" y="148"/>
                </a:lnTo>
                <a:lnTo>
                  <a:pt x="13" y="148"/>
                </a:lnTo>
                <a:lnTo>
                  <a:pt x="8" y="138"/>
                </a:lnTo>
                <a:lnTo>
                  <a:pt x="4" y="126"/>
                </a:lnTo>
                <a:lnTo>
                  <a:pt x="4" y="126"/>
                </a:lnTo>
                <a:lnTo>
                  <a:pt x="2" y="114"/>
                </a:lnTo>
                <a:lnTo>
                  <a:pt x="0" y="101"/>
                </a:lnTo>
                <a:lnTo>
                  <a:pt x="0" y="101"/>
                </a:lnTo>
                <a:lnTo>
                  <a:pt x="2" y="77"/>
                </a:lnTo>
                <a:lnTo>
                  <a:pt x="4" y="58"/>
                </a:lnTo>
                <a:lnTo>
                  <a:pt x="4" y="58"/>
                </a:lnTo>
                <a:lnTo>
                  <a:pt x="9" y="42"/>
                </a:lnTo>
                <a:lnTo>
                  <a:pt x="19" y="27"/>
                </a:lnTo>
                <a:lnTo>
                  <a:pt x="19" y="27"/>
                </a:lnTo>
                <a:lnTo>
                  <a:pt x="25" y="21"/>
                </a:lnTo>
                <a:lnTo>
                  <a:pt x="31" y="15"/>
                </a:lnTo>
                <a:lnTo>
                  <a:pt x="39" y="11"/>
                </a:lnTo>
                <a:lnTo>
                  <a:pt x="46" y="7"/>
                </a:lnTo>
                <a:lnTo>
                  <a:pt x="46" y="7"/>
                </a:lnTo>
                <a:lnTo>
                  <a:pt x="66" y="2"/>
                </a:lnTo>
                <a:lnTo>
                  <a:pt x="66" y="2"/>
                </a:lnTo>
                <a:lnTo>
                  <a:pt x="93" y="2"/>
                </a:lnTo>
                <a:lnTo>
                  <a:pt x="152" y="0"/>
                </a:lnTo>
                <a:lnTo>
                  <a:pt x="152" y="33"/>
                </a:lnTo>
                <a:lnTo>
                  <a:pt x="87" y="33"/>
                </a:lnTo>
                <a:lnTo>
                  <a:pt x="87" y="33"/>
                </a:lnTo>
                <a:lnTo>
                  <a:pt x="78" y="33"/>
                </a:lnTo>
                <a:lnTo>
                  <a:pt x="68" y="35"/>
                </a:lnTo>
                <a:lnTo>
                  <a:pt x="62" y="39"/>
                </a:lnTo>
                <a:lnTo>
                  <a:pt x="54" y="42"/>
                </a:lnTo>
                <a:lnTo>
                  <a:pt x="50" y="48"/>
                </a:lnTo>
                <a:lnTo>
                  <a:pt x="46" y="56"/>
                </a:lnTo>
                <a:lnTo>
                  <a:pt x="45" y="66"/>
                </a:lnTo>
                <a:lnTo>
                  <a:pt x="45" y="76"/>
                </a:lnTo>
                <a:lnTo>
                  <a:pt x="152" y="76"/>
                </a:lnTo>
                <a:lnTo>
                  <a:pt x="152" y="107"/>
                </a:lnTo>
                <a:lnTo>
                  <a:pt x="45" y="107"/>
                </a:lnTo>
                <a:lnTo>
                  <a:pt x="45" y="107"/>
                </a:lnTo>
                <a:lnTo>
                  <a:pt x="46" y="126"/>
                </a:lnTo>
                <a:lnTo>
                  <a:pt x="46" y="126"/>
                </a:lnTo>
                <a:lnTo>
                  <a:pt x="48" y="132"/>
                </a:lnTo>
                <a:lnTo>
                  <a:pt x="48" y="132"/>
                </a:lnTo>
                <a:lnTo>
                  <a:pt x="52" y="140"/>
                </a:lnTo>
                <a:lnTo>
                  <a:pt x="60" y="146"/>
                </a:lnTo>
                <a:lnTo>
                  <a:pt x="60" y="146"/>
                </a:lnTo>
                <a:lnTo>
                  <a:pt x="68" y="150"/>
                </a:lnTo>
                <a:lnTo>
                  <a:pt x="68" y="150"/>
                </a:lnTo>
                <a:lnTo>
                  <a:pt x="78" y="152"/>
                </a:lnTo>
                <a:lnTo>
                  <a:pt x="152" y="152"/>
                </a:lnTo>
                <a:lnTo>
                  <a:pt x="152" y="183"/>
                </a:lnTo>
                <a:lnTo>
                  <a:pt x="85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9" name="Google Shape;1759;g34a49210254_0_543"/>
          <p:cNvSpPr/>
          <p:nvPr/>
        </p:nvSpPr>
        <p:spPr>
          <a:xfrm>
            <a:off x="841217" y="377689"/>
            <a:ext cx="93168" cy="82765"/>
          </a:xfrm>
          <a:custGeom>
            <a:rect b="b" l="l" r="r" t="t"/>
            <a:pathLst>
              <a:path extrusionOk="0" h="183" w="206">
                <a:moveTo>
                  <a:pt x="167" y="183"/>
                </a:moveTo>
                <a:lnTo>
                  <a:pt x="171" y="40"/>
                </a:lnTo>
                <a:lnTo>
                  <a:pt x="124" y="183"/>
                </a:lnTo>
                <a:lnTo>
                  <a:pt x="84" y="183"/>
                </a:lnTo>
                <a:lnTo>
                  <a:pt x="35" y="40"/>
                </a:lnTo>
                <a:lnTo>
                  <a:pt x="39" y="183"/>
                </a:lnTo>
                <a:lnTo>
                  <a:pt x="0" y="183"/>
                </a:lnTo>
                <a:lnTo>
                  <a:pt x="0" y="0"/>
                </a:lnTo>
                <a:lnTo>
                  <a:pt x="56" y="0"/>
                </a:lnTo>
                <a:lnTo>
                  <a:pt x="103" y="142"/>
                </a:lnTo>
                <a:lnTo>
                  <a:pt x="150" y="0"/>
                </a:lnTo>
                <a:lnTo>
                  <a:pt x="206" y="0"/>
                </a:lnTo>
                <a:lnTo>
                  <a:pt x="206" y="183"/>
                </a:lnTo>
                <a:lnTo>
                  <a:pt x="167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0" name="Google Shape;1760;g34a49210254_0_543"/>
          <p:cNvSpPr/>
          <p:nvPr/>
        </p:nvSpPr>
        <p:spPr>
          <a:xfrm>
            <a:off x="951118" y="351005"/>
            <a:ext cx="18543" cy="109448"/>
          </a:xfrm>
          <a:custGeom>
            <a:rect b="b" l="l" r="r" t="t"/>
            <a:pathLst>
              <a:path extrusionOk="0" h="242" w="41">
                <a:moveTo>
                  <a:pt x="0" y="37"/>
                </a:moveTo>
                <a:lnTo>
                  <a:pt x="0" y="0"/>
                </a:lnTo>
                <a:lnTo>
                  <a:pt x="41" y="0"/>
                </a:lnTo>
                <a:lnTo>
                  <a:pt x="41" y="37"/>
                </a:lnTo>
                <a:lnTo>
                  <a:pt x="0" y="37"/>
                </a:lnTo>
                <a:close/>
                <a:moveTo>
                  <a:pt x="0" y="242"/>
                </a:moveTo>
                <a:lnTo>
                  <a:pt x="0" y="59"/>
                </a:lnTo>
                <a:lnTo>
                  <a:pt x="41" y="59"/>
                </a:lnTo>
                <a:lnTo>
                  <a:pt x="41" y="242"/>
                </a:lnTo>
                <a:lnTo>
                  <a:pt x="0" y="24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1" name="Google Shape;1761;g34a49210254_0_543"/>
          <p:cNvSpPr txBox="1"/>
          <p:nvPr/>
        </p:nvSpPr>
        <p:spPr>
          <a:xfrm>
            <a:off x="7" y="-6734"/>
            <a:ext cx="3885000" cy="284100"/>
          </a:xfrm>
          <a:prstGeom prst="rect">
            <a:avLst/>
          </a:prstGeom>
          <a:noFill/>
          <a:ln>
            <a:noFill/>
          </a:ln>
        </p:spPr>
        <p:txBody>
          <a:bodyPr anchorCtr="0" anchor="t" bIns="33950" lIns="67925" spcFirstLastPara="1" rIns="67925" wrap="square" tIns="3395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Component Nedir?</a:t>
            </a:r>
            <a:endParaRPr b="1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2" name="Google Shape;1762;g34a49210254_0_543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3" name="Google Shape;1763;g34a49210254_0_543"/>
          <p:cNvSpPr/>
          <p:nvPr/>
        </p:nvSpPr>
        <p:spPr>
          <a:xfrm>
            <a:off x="2280350" y="3150725"/>
            <a:ext cx="1552200" cy="54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latin typeface="Calibri"/>
                <a:ea typeface="Calibri"/>
                <a:cs typeface="Calibri"/>
                <a:sym typeface="Calibri"/>
              </a:rPr>
              <a:t>Movies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4" name="Google Shape;1764;g34a49210254_0_543"/>
          <p:cNvSpPr/>
          <p:nvPr/>
        </p:nvSpPr>
        <p:spPr>
          <a:xfrm>
            <a:off x="3236175" y="596788"/>
            <a:ext cx="1552200" cy="54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latin typeface="Calibri"/>
                <a:ea typeface="Calibri"/>
                <a:cs typeface="Calibri"/>
                <a:sym typeface="Calibri"/>
              </a:rPr>
              <a:t>Main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65" name="Google Shape;1765;g34a49210254_0_543"/>
          <p:cNvCxnSpPr/>
          <p:nvPr/>
        </p:nvCxnSpPr>
        <p:spPr>
          <a:xfrm>
            <a:off x="5147788" y="867250"/>
            <a:ext cx="4989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1766" name="Google Shape;1766;g34a49210254_0_5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6125" y="171450"/>
            <a:ext cx="2650424" cy="12841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67" name="Google Shape;1767;g34a49210254_0_543"/>
          <p:cNvSpPr/>
          <p:nvPr/>
        </p:nvSpPr>
        <p:spPr>
          <a:xfrm>
            <a:off x="6674336" y="582673"/>
            <a:ext cx="1314000" cy="4617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latin typeface="Calibri"/>
                <a:ea typeface="Calibri"/>
                <a:cs typeface="Calibri"/>
                <a:sym typeface="Calibri"/>
              </a:rPr>
              <a:t>Root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8" name="Google Shape;1768;g34a49210254_0_543"/>
          <p:cNvSpPr/>
          <p:nvPr/>
        </p:nvSpPr>
        <p:spPr>
          <a:xfrm>
            <a:off x="3236175" y="1772125"/>
            <a:ext cx="1552200" cy="54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latin typeface="Calibri"/>
                <a:ea typeface="Calibri"/>
                <a:cs typeface="Calibri"/>
                <a:sym typeface="Calibri"/>
              </a:rPr>
              <a:t>App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9" name="Google Shape;1769;g34a49210254_0_543"/>
          <p:cNvSpPr/>
          <p:nvPr/>
        </p:nvSpPr>
        <p:spPr>
          <a:xfrm>
            <a:off x="4191975" y="3150725"/>
            <a:ext cx="1552200" cy="54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latin typeface="Calibri"/>
                <a:ea typeface="Calibri"/>
                <a:cs typeface="Calibri"/>
                <a:sym typeface="Calibri"/>
              </a:rPr>
              <a:t>Products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4" name="Shape 1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5" name="Google Shape;1775;g34a49210254_0_592"/>
          <p:cNvSpPr/>
          <p:nvPr/>
        </p:nvSpPr>
        <p:spPr>
          <a:xfrm>
            <a:off x="294878" y="287688"/>
            <a:ext cx="60152" cy="63317"/>
          </a:xfrm>
          <a:custGeom>
            <a:rect b="b" l="l" r="r" t="t"/>
            <a:pathLst>
              <a:path extrusionOk="0" h="140" w="133">
                <a:moveTo>
                  <a:pt x="133" y="72"/>
                </a:moveTo>
                <a:lnTo>
                  <a:pt x="84" y="54"/>
                </a:lnTo>
                <a:lnTo>
                  <a:pt x="86" y="0"/>
                </a:lnTo>
                <a:lnTo>
                  <a:pt x="53" y="43"/>
                </a:lnTo>
                <a:lnTo>
                  <a:pt x="4" y="23"/>
                </a:lnTo>
                <a:lnTo>
                  <a:pt x="33" y="68"/>
                </a:lnTo>
                <a:lnTo>
                  <a:pt x="0" y="109"/>
                </a:lnTo>
                <a:lnTo>
                  <a:pt x="51" y="95"/>
                </a:lnTo>
                <a:lnTo>
                  <a:pt x="80" y="140"/>
                </a:lnTo>
                <a:lnTo>
                  <a:pt x="82" y="86"/>
                </a:lnTo>
                <a:lnTo>
                  <a:pt x="133" y="7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6" name="Google Shape;1776;g34a49210254_0_592"/>
          <p:cNvSpPr/>
          <p:nvPr/>
        </p:nvSpPr>
        <p:spPr>
          <a:xfrm>
            <a:off x="297592" y="202209"/>
            <a:ext cx="19448" cy="92715"/>
          </a:xfrm>
          <a:custGeom>
            <a:rect b="b" l="l" r="r" t="t"/>
            <a:pathLst>
              <a:path extrusionOk="0" h="205" w="43">
                <a:moveTo>
                  <a:pt x="43" y="0"/>
                </a:moveTo>
                <a:lnTo>
                  <a:pt x="0" y="45"/>
                </a:lnTo>
                <a:lnTo>
                  <a:pt x="0" y="205"/>
                </a:lnTo>
                <a:lnTo>
                  <a:pt x="43" y="164"/>
                </a:lnTo>
                <a:lnTo>
                  <a:pt x="43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7" name="Google Shape;1777;g34a49210254_0_592"/>
          <p:cNvSpPr/>
          <p:nvPr/>
        </p:nvSpPr>
        <p:spPr>
          <a:xfrm>
            <a:off x="212114" y="148390"/>
            <a:ext cx="19448" cy="194927"/>
          </a:xfrm>
          <a:custGeom>
            <a:rect b="b" l="l" r="r" t="t"/>
            <a:pathLst>
              <a:path extrusionOk="0" h="431" w="43">
                <a:moveTo>
                  <a:pt x="0" y="0"/>
                </a:moveTo>
                <a:lnTo>
                  <a:pt x="43" y="47"/>
                </a:lnTo>
                <a:lnTo>
                  <a:pt x="43" y="431"/>
                </a:lnTo>
                <a:lnTo>
                  <a:pt x="0" y="390"/>
                </a:lnTo>
                <a:lnTo>
                  <a:pt x="0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8" name="Google Shape;1778;g34a49210254_0_592"/>
          <p:cNvSpPr/>
          <p:nvPr/>
        </p:nvSpPr>
        <p:spPr>
          <a:xfrm>
            <a:off x="239701" y="171455"/>
            <a:ext cx="19448" cy="265933"/>
          </a:xfrm>
          <a:custGeom>
            <a:rect b="b" l="l" r="r" t="t"/>
            <a:pathLst>
              <a:path extrusionOk="0" h="588" w="43">
                <a:moveTo>
                  <a:pt x="43" y="43"/>
                </a:moveTo>
                <a:lnTo>
                  <a:pt x="0" y="0"/>
                </a:lnTo>
                <a:lnTo>
                  <a:pt x="0" y="23"/>
                </a:lnTo>
                <a:lnTo>
                  <a:pt x="0" y="23"/>
                </a:lnTo>
                <a:lnTo>
                  <a:pt x="0" y="261"/>
                </a:lnTo>
                <a:lnTo>
                  <a:pt x="0" y="261"/>
                </a:lnTo>
                <a:lnTo>
                  <a:pt x="0" y="284"/>
                </a:lnTo>
                <a:lnTo>
                  <a:pt x="0" y="417"/>
                </a:lnTo>
                <a:lnTo>
                  <a:pt x="0" y="442"/>
                </a:lnTo>
                <a:lnTo>
                  <a:pt x="0" y="442"/>
                </a:lnTo>
                <a:lnTo>
                  <a:pt x="0" y="442"/>
                </a:lnTo>
                <a:lnTo>
                  <a:pt x="0" y="461"/>
                </a:lnTo>
                <a:lnTo>
                  <a:pt x="0" y="461"/>
                </a:lnTo>
                <a:lnTo>
                  <a:pt x="0" y="467"/>
                </a:lnTo>
                <a:lnTo>
                  <a:pt x="0" y="487"/>
                </a:lnTo>
                <a:lnTo>
                  <a:pt x="0" y="487"/>
                </a:lnTo>
                <a:lnTo>
                  <a:pt x="2" y="500"/>
                </a:lnTo>
                <a:lnTo>
                  <a:pt x="4" y="516"/>
                </a:lnTo>
                <a:lnTo>
                  <a:pt x="7" y="530"/>
                </a:lnTo>
                <a:lnTo>
                  <a:pt x="13" y="541"/>
                </a:lnTo>
                <a:lnTo>
                  <a:pt x="19" y="555"/>
                </a:lnTo>
                <a:lnTo>
                  <a:pt x="25" y="567"/>
                </a:lnTo>
                <a:lnTo>
                  <a:pt x="33" y="578"/>
                </a:lnTo>
                <a:lnTo>
                  <a:pt x="43" y="588"/>
                </a:lnTo>
                <a:lnTo>
                  <a:pt x="43" y="4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9" name="Google Shape;1779;g34a49210254_0_592"/>
          <p:cNvSpPr/>
          <p:nvPr/>
        </p:nvSpPr>
        <p:spPr>
          <a:xfrm>
            <a:off x="268647" y="201305"/>
            <a:ext cx="19448" cy="255531"/>
          </a:xfrm>
          <a:custGeom>
            <a:rect b="b" l="l" r="r" t="t"/>
            <a:pathLst>
              <a:path extrusionOk="0" h="565" w="43">
                <a:moveTo>
                  <a:pt x="43" y="329"/>
                </a:moveTo>
                <a:lnTo>
                  <a:pt x="43" y="329"/>
                </a:lnTo>
                <a:lnTo>
                  <a:pt x="43" y="232"/>
                </a:lnTo>
                <a:lnTo>
                  <a:pt x="43" y="208"/>
                </a:lnTo>
                <a:lnTo>
                  <a:pt x="43" y="208"/>
                </a:lnTo>
                <a:lnTo>
                  <a:pt x="43" y="43"/>
                </a:lnTo>
                <a:lnTo>
                  <a:pt x="0" y="0"/>
                </a:lnTo>
                <a:lnTo>
                  <a:pt x="0" y="542"/>
                </a:lnTo>
                <a:lnTo>
                  <a:pt x="0" y="542"/>
                </a:lnTo>
                <a:lnTo>
                  <a:pt x="19" y="555"/>
                </a:lnTo>
                <a:lnTo>
                  <a:pt x="41" y="565"/>
                </a:lnTo>
                <a:lnTo>
                  <a:pt x="41" y="565"/>
                </a:lnTo>
                <a:lnTo>
                  <a:pt x="43" y="565"/>
                </a:lnTo>
                <a:lnTo>
                  <a:pt x="43" y="32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0" name="Google Shape;1780;g34a49210254_0_592"/>
          <p:cNvSpPr/>
          <p:nvPr/>
        </p:nvSpPr>
        <p:spPr>
          <a:xfrm>
            <a:off x="298496" y="332462"/>
            <a:ext cx="82765" cy="129801"/>
          </a:xfrm>
          <a:custGeom>
            <a:rect b="b" l="l" r="r" t="t"/>
            <a:pathLst>
              <a:path extrusionOk="0" h="287" w="183">
                <a:moveTo>
                  <a:pt x="181" y="109"/>
                </a:moveTo>
                <a:lnTo>
                  <a:pt x="181" y="109"/>
                </a:lnTo>
                <a:lnTo>
                  <a:pt x="175" y="90"/>
                </a:lnTo>
                <a:lnTo>
                  <a:pt x="170" y="72"/>
                </a:lnTo>
                <a:lnTo>
                  <a:pt x="160" y="57"/>
                </a:lnTo>
                <a:lnTo>
                  <a:pt x="148" y="41"/>
                </a:lnTo>
                <a:lnTo>
                  <a:pt x="135" y="28"/>
                </a:lnTo>
                <a:lnTo>
                  <a:pt x="121" y="16"/>
                </a:lnTo>
                <a:lnTo>
                  <a:pt x="105" y="6"/>
                </a:lnTo>
                <a:lnTo>
                  <a:pt x="88" y="0"/>
                </a:lnTo>
                <a:lnTo>
                  <a:pt x="88" y="0"/>
                </a:lnTo>
                <a:lnTo>
                  <a:pt x="103" y="10"/>
                </a:lnTo>
                <a:lnTo>
                  <a:pt x="103" y="10"/>
                </a:lnTo>
                <a:lnTo>
                  <a:pt x="113" y="22"/>
                </a:lnTo>
                <a:lnTo>
                  <a:pt x="123" y="35"/>
                </a:lnTo>
                <a:lnTo>
                  <a:pt x="129" y="51"/>
                </a:lnTo>
                <a:lnTo>
                  <a:pt x="131" y="68"/>
                </a:lnTo>
                <a:lnTo>
                  <a:pt x="131" y="68"/>
                </a:lnTo>
                <a:lnTo>
                  <a:pt x="129" y="86"/>
                </a:lnTo>
                <a:lnTo>
                  <a:pt x="123" y="100"/>
                </a:lnTo>
                <a:lnTo>
                  <a:pt x="117" y="113"/>
                </a:lnTo>
                <a:lnTo>
                  <a:pt x="107" y="125"/>
                </a:lnTo>
                <a:lnTo>
                  <a:pt x="96" y="137"/>
                </a:lnTo>
                <a:lnTo>
                  <a:pt x="82" y="142"/>
                </a:lnTo>
                <a:lnTo>
                  <a:pt x="66" y="148"/>
                </a:lnTo>
                <a:lnTo>
                  <a:pt x="51" y="150"/>
                </a:lnTo>
                <a:lnTo>
                  <a:pt x="51" y="150"/>
                </a:lnTo>
                <a:lnTo>
                  <a:pt x="35" y="148"/>
                </a:lnTo>
                <a:lnTo>
                  <a:pt x="22" y="144"/>
                </a:lnTo>
                <a:lnTo>
                  <a:pt x="10" y="139"/>
                </a:lnTo>
                <a:lnTo>
                  <a:pt x="0" y="129"/>
                </a:lnTo>
                <a:lnTo>
                  <a:pt x="0" y="283"/>
                </a:lnTo>
                <a:lnTo>
                  <a:pt x="0" y="283"/>
                </a:lnTo>
                <a:lnTo>
                  <a:pt x="16" y="285"/>
                </a:lnTo>
                <a:lnTo>
                  <a:pt x="31" y="287"/>
                </a:lnTo>
                <a:lnTo>
                  <a:pt x="49" y="287"/>
                </a:lnTo>
                <a:lnTo>
                  <a:pt x="64" y="285"/>
                </a:lnTo>
                <a:lnTo>
                  <a:pt x="64" y="285"/>
                </a:lnTo>
                <a:lnTo>
                  <a:pt x="82" y="279"/>
                </a:lnTo>
                <a:lnTo>
                  <a:pt x="99" y="273"/>
                </a:lnTo>
                <a:lnTo>
                  <a:pt x="115" y="263"/>
                </a:lnTo>
                <a:lnTo>
                  <a:pt x="129" y="253"/>
                </a:lnTo>
                <a:lnTo>
                  <a:pt x="142" y="242"/>
                </a:lnTo>
                <a:lnTo>
                  <a:pt x="152" y="230"/>
                </a:lnTo>
                <a:lnTo>
                  <a:pt x="162" y="216"/>
                </a:lnTo>
                <a:lnTo>
                  <a:pt x="170" y="201"/>
                </a:lnTo>
                <a:lnTo>
                  <a:pt x="170" y="201"/>
                </a:lnTo>
                <a:lnTo>
                  <a:pt x="172" y="197"/>
                </a:lnTo>
                <a:lnTo>
                  <a:pt x="172" y="197"/>
                </a:lnTo>
                <a:lnTo>
                  <a:pt x="172" y="197"/>
                </a:lnTo>
                <a:lnTo>
                  <a:pt x="179" y="176"/>
                </a:lnTo>
                <a:lnTo>
                  <a:pt x="183" y="154"/>
                </a:lnTo>
                <a:lnTo>
                  <a:pt x="183" y="131"/>
                </a:lnTo>
                <a:lnTo>
                  <a:pt x="181" y="109"/>
                </a:lnTo>
                <a:lnTo>
                  <a:pt x="181" y="10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1" name="Google Shape;1781;g34a49210254_0_592"/>
          <p:cNvSpPr/>
          <p:nvPr/>
        </p:nvSpPr>
        <p:spPr>
          <a:xfrm>
            <a:off x="423775" y="210802"/>
            <a:ext cx="128443" cy="145630"/>
          </a:xfrm>
          <a:custGeom>
            <a:rect b="b" l="l" r="r" t="t"/>
            <a:pathLst>
              <a:path extrusionOk="0" h="322" w="284">
                <a:moveTo>
                  <a:pt x="253" y="302"/>
                </a:moveTo>
                <a:lnTo>
                  <a:pt x="253" y="302"/>
                </a:lnTo>
                <a:lnTo>
                  <a:pt x="239" y="310"/>
                </a:lnTo>
                <a:lnTo>
                  <a:pt x="222" y="316"/>
                </a:lnTo>
                <a:lnTo>
                  <a:pt x="200" y="320"/>
                </a:lnTo>
                <a:lnTo>
                  <a:pt x="175" y="322"/>
                </a:lnTo>
                <a:lnTo>
                  <a:pt x="0" y="322"/>
                </a:lnTo>
                <a:lnTo>
                  <a:pt x="0" y="0"/>
                </a:lnTo>
                <a:lnTo>
                  <a:pt x="163" y="0"/>
                </a:lnTo>
                <a:lnTo>
                  <a:pt x="163" y="0"/>
                </a:lnTo>
                <a:lnTo>
                  <a:pt x="189" y="0"/>
                </a:lnTo>
                <a:lnTo>
                  <a:pt x="189" y="0"/>
                </a:lnTo>
                <a:lnTo>
                  <a:pt x="200" y="2"/>
                </a:lnTo>
                <a:lnTo>
                  <a:pt x="200" y="2"/>
                </a:lnTo>
                <a:lnTo>
                  <a:pt x="206" y="4"/>
                </a:lnTo>
                <a:lnTo>
                  <a:pt x="206" y="4"/>
                </a:lnTo>
                <a:lnTo>
                  <a:pt x="228" y="8"/>
                </a:lnTo>
                <a:lnTo>
                  <a:pt x="249" y="16"/>
                </a:lnTo>
                <a:lnTo>
                  <a:pt x="249" y="16"/>
                </a:lnTo>
                <a:lnTo>
                  <a:pt x="259" y="22"/>
                </a:lnTo>
                <a:lnTo>
                  <a:pt x="266" y="30"/>
                </a:lnTo>
                <a:lnTo>
                  <a:pt x="272" y="39"/>
                </a:lnTo>
                <a:lnTo>
                  <a:pt x="276" y="51"/>
                </a:lnTo>
                <a:lnTo>
                  <a:pt x="280" y="71"/>
                </a:lnTo>
                <a:lnTo>
                  <a:pt x="282" y="96"/>
                </a:lnTo>
                <a:lnTo>
                  <a:pt x="282" y="96"/>
                </a:lnTo>
                <a:lnTo>
                  <a:pt x="282" y="106"/>
                </a:lnTo>
                <a:lnTo>
                  <a:pt x="278" y="113"/>
                </a:lnTo>
                <a:lnTo>
                  <a:pt x="274" y="121"/>
                </a:lnTo>
                <a:lnTo>
                  <a:pt x="268" y="131"/>
                </a:lnTo>
                <a:lnTo>
                  <a:pt x="268" y="131"/>
                </a:lnTo>
                <a:lnTo>
                  <a:pt x="255" y="147"/>
                </a:lnTo>
                <a:lnTo>
                  <a:pt x="235" y="160"/>
                </a:lnTo>
                <a:lnTo>
                  <a:pt x="235" y="160"/>
                </a:lnTo>
                <a:lnTo>
                  <a:pt x="245" y="166"/>
                </a:lnTo>
                <a:lnTo>
                  <a:pt x="255" y="174"/>
                </a:lnTo>
                <a:lnTo>
                  <a:pt x="263" y="180"/>
                </a:lnTo>
                <a:lnTo>
                  <a:pt x="270" y="189"/>
                </a:lnTo>
                <a:lnTo>
                  <a:pt x="270" y="189"/>
                </a:lnTo>
                <a:lnTo>
                  <a:pt x="276" y="199"/>
                </a:lnTo>
                <a:lnTo>
                  <a:pt x="280" y="211"/>
                </a:lnTo>
                <a:lnTo>
                  <a:pt x="282" y="226"/>
                </a:lnTo>
                <a:lnTo>
                  <a:pt x="284" y="244"/>
                </a:lnTo>
                <a:lnTo>
                  <a:pt x="284" y="244"/>
                </a:lnTo>
                <a:lnTo>
                  <a:pt x="282" y="261"/>
                </a:lnTo>
                <a:lnTo>
                  <a:pt x="276" y="277"/>
                </a:lnTo>
                <a:lnTo>
                  <a:pt x="266" y="291"/>
                </a:lnTo>
                <a:lnTo>
                  <a:pt x="253" y="302"/>
                </a:lnTo>
                <a:lnTo>
                  <a:pt x="253" y="302"/>
                </a:lnTo>
                <a:close/>
                <a:moveTo>
                  <a:pt x="198" y="67"/>
                </a:moveTo>
                <a:lnTo>
                  <a:pt x="198" y="67"/>
                </a:lnTo>
                <a:lnTo>
                  <a:pt x="191" y="63"/>
                </a:lnTo>
                <a:lnTo>
                  <a:pt x="183" y="61"/>
                </a:lnTo>
                <a:lnTo>
                  <a:pt x="175" y="59"/>
                </a:lnTo>
                <a:lnTo>
                  <a:pt x="165" y="57"/>
                </a:lnTo>
                <a:lnTo>
                  <a:pt x="66" y="57"/>
                </a:lnTo>
                <a:lnTo>
                  <a:pt x="66" y="133"/>
                </a:lnTo>
                <a:lnTo>
                  <a:pt x="165" y="133"/>
                </a:lnTo>
                <a:lnTo>
                  <a:pt x="165" y="133"/>
                </a:lnTo>
                <a:lnTo>
                  <a:pt x="183" y="129"/>
                </a:lnTo>
                <a:lnTo>
                  <a:pt x="191" y="127"/>
                </a:lnTo>
                <a:lnTo>
                  <a:pt x="196" y="123"/>
                </a:lnTo>
                <a:lnTo>
                  <a:pt x="196" y="123"/>
                </a:lnTo>
                <a:lnTo>
                  <a:pt x="202" y="119"/>
                </a:lnTo>
                <a:lnTo>
                  <a:pt x="206" y="113"/>
                </a:lnTo>
                <a:lnTo>
                  <a:pt x="208" y="106"/>
                </a:lnTo>
                <a:lnTo>
                  <a:pt x="210" y="96"/>
                </a:lnTo>
                <a:lnTo>
                  <a:pt x="210" y="96"/>
                </a:lnTo>
                <a:lnTo>
                  <a:pt x="208" y="86"/>
                </a:lnTo>
                <a:lnTo>
                  <a:pt x="206" y="78"/>
                </a:lnTo>
                <a:lnTo>
                  <a:pt x="202" y="73"/>
                </a:lnTo>
                <a:lnTo>
                  <a:pt x="198" y="67"/>
                </a:lnTo>
                <a:lnTo>
                  <a:pt x="198" y="67"/>
                </a:lnTo>
                <a:close/>
                <a:moveTo>
                  <a:pt x="198" y="197"/>
                </a:moveTo>
                <a:lnTo>
                  <a:pt x="198" y="197"/>
                </a:lnTo>
                <a:lnTo>
                  <a:pt x="194" y="195"/>
                </a:lnTo>
                <a:lnTo>
                  <a:pt x="185" y="193"/>
                </a:lnTo>
                <a:lnTo>
                  <a:pt x="159" y="191"/>
                </a:lnTo>
                <a:lnTo>
                  <a:pt x="120" y="189"/>
                </a:lnTo>
                <a:lnTo>
                  <a:pt x="66" y="189"/>
                </a:lnTo>
                <a:lnTo>
                  <a:pt x="66" y="265"/>
                </a:lnTo>
                <a:lnTo>
                  <a:pt x="165" y="265"/>
                </a:lnTo>
                <a:lnTo>
                  <a:pt x="165" y="265"/>
                </a:lnTo>
                <a:lnTo>
                  <a:pt x="183" y="263"/>
                </a:lnTo>
                <a:lnTo>
                  <a:pt x="191" y="260"/>
                </a:lnTo>
                <a:lnTo>
                  <a:pt x="198" y="258"/>
                </a:lnTo>
                <a:lnTo>
                  <a:pt x="198" y="258"/>
                </a:lnTo>
                <a:lnTo>
                  <a:pt x="204" y="252"/>
                </a:lnTo>
                <a:lnTo>
                  <a:pt x="208" y="246"/>
                </a:lnTo>
                <a:lnTo>
                  <a:pt x="210" y="238"/>
                </a:lnTo>
                <a:lnTo>
                  <a:pt x="210" y="228"/>
                </a:lnTo>
                <a:lnTo>
                  <a:pt x="210" y="228"/>
                </a:lnTo>
                <a:lnTo>
                  <a:pt x="210" y="219"/>
                </a:lnTo>
                <a:lnTo>
                  <a:pt x="208" y="211"/>
                </a:lnTo>
                <a:lnTo>
                  <a:pt x="204" y="203"/>
                </a:lnTo>
                <a:lnTo>
                  <a:pt x="198" y="197"/>
                </a:lnTo>
                <a:lnTo>
                  <a:pt x="198" y="19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2" name="Google Shape;1782;g34a49210254_0_592"/>
          <p:cNvSpPr/>
          <p:nvPr/>
        </p:nvSpPr>
        <p:spPr>
          <a:xfrm>
            <a:off x="560811" y="210802"/>
            <a:ext cx="125279" cy="145630"/>
          </a:xfrm>
          <a:custGeom>
            <a:rect b="b" l="l" r="r" t="t"/>
            <a:pathLst>
              <a:path extrusionOk="0" h="322" w="277">
                <a:moveTo>
                  <a:pt x="174" y="57"/>
                </a:moveTo>
                <a:lnTo>
                  <a:pt x="174" y="322"/>
                </a:lnTo>
                <a:lnTo>
                  <a:pt x="104" y="322"/>
                </a:lnTo>
                <a:lnTo>
                  <a:pt x="104" y="57"/>
                </a:lnTo>
                <a:lnTo>
                  <a:pt x="0" y="57"/>
                </a:lnTo>
                <a:lnTo>
                  <a:pt x="0" y="0"/>
                </a:lnTo>
                <a:lnTo>
                  <a:pt x="277" y="0"/>
                </a:lnTo>
                <a:lnTo>
                  <a:pt x="277" y="57"/>
                </a:lnTo>
                <a:lnTo>
                  <a:pt x="174" y="5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3" name="Google Shape;1783;g34a49210254_0_592"/>
          <p:cNvSpPr/>
          <p:nvPr/>
        </p:nvSpPr>
        <p:spPr>
          <a:xfrm>
            <a:off x="701014" y="210802"/>
            <a:ext cx="125279" cy="145630"/>
          </a:xfrm>
          <a:custGeom>
            <a:rect b="b" l="l" r="r" t="t"/>
            <a:pathLst>
              <a:path extrusionOk="0" h="322" w="277">
                <a:moveTo>
                  <a:pt x="189" y="322"/>
                </a:moveTo>
                <a:lnTo>
                  <a:pt x="68" y="162"/>
                </a:lnTo>
                <a:lnTo>
                  <a:pt x="68" y="322"/>
                </a:lnTo>
                <a:lnTo>
                  <a:pt x="0" y="322"/>
                </a:lnTo>
                <a:lnTo>
                  <a:pt x="0" y="0"/>
                </a:lnTo>
                <a:lnTo>
                  <a:pt x="68" y="0"/>
                </a:lnTo>
                <a:lnTo>
                  <a:pt x="68" y="154"/>
                </a:lnTo>
                <a:lnTo>
                  <a:pt x="195" y="0"/>
                </a:lnTo>
                <a:lnTo>
                  <a:pt x="275" y="0"/>
                </a:lnTo>
                <a:lnTo>
                  <a:pt x="146" y="158"/>
                </a:lnTo>
                <a:lnTo>
                  <a:pt x="277" y="322"/>
                </a:lnTo>
                <a:lnTo>
                  <a:pt x="189" y="32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4" name="Google Shape;1784;g34a49210254_0_592"/>
          <p:cNvSpPr/>
          <p:nvPr/>
        </p:nvSpPr>
        <p:spPr>
          <a:xfrm>
            <a:off x="419252" y="377689"/>
            <a:ext cx="89097" cy="82765"/>
          </a:xfrm>
          <a:custGeom>
            <a:rect b="b" l="l" r="r" t="t"/>
            <a:pathLst>
              <a:path extrusionOk="0" h="183" w="197">
                <a:moveTo>
                  <a:pt x="154" y="183"/>
                </a:moveTo>
                <a:lnTo>
                  <a:pt x="136" y="140"/>
                </a:lnTo>
                <a:lnTo>
                  <a:pt x="56" y="140"/>
                </a:lnTo>
                <a:lnTo>
                  <a:pt x="41" y="183"/>
                </a:lnTo>
                <a:lnTo>
                  <a:pt x="0" y="183"/>
                </a:lnTo>
                <a:lnTo>
                  <a:pt x="78" y="0"/>
                </a:lnTo>
                <a:lnTo>
                  <a:pt x="117" y="0"/>
                </a:lnTo>
                <a:lnTo>
                  <a:pt x="197" y="183"/>
                </a:lnTo>
                <a:lnTo>
                  <a:pt x="154" y="183"/>
                </a:lnTo>
                <a:close/>
                <a:moveTo>
                  <a:pt x="95" y="37"/>
                </a:moveTo>
                <a:lnTo>
                  <a:pt x="68" y="107"/>
                </a:lnTo>
                <a:lnTo>
                  <a:pt x="125" y="107"/>
                </a:lnTo>
                <a:lnTo>
                  <a:pt x="95" y="3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5" name="Google Shape;1785;g34a49210254_0_592"/>
          <p:cNvSpPr/>
          <p:nvPr/>
        </p:nvSpPr>
        <p:spPr>
          <a:xfrm>
            <a:off x="513323" y="377689"/>
            <a:ext cx="71459" cy="82765"/>
          </a:xfrm>
          <a:custGeom>
            <a:rect b="b" l="l" r="r" t="t"/>
            <a:pathLst>
              <a:path extrusionOk="0" h="183" w="158">
                <a:moveTo>
                  <a:pt x="109" y="183"/>
                </a:moveTo>
                <a:lnTo>
                  <a:pt x="39" y="93"/>
                </a:lnTo>
                <a:lnTo>
                  <a:pt x="39" y="183"/>
                </a:lnTo>
                <a:lnTo>
                  <a:pt x="0" y="183"/>
                </a:lnTo>
                <a:lnTo>
                  <a:pt x="0" y="0"/>
                </a:lnTo>
                <a:lnTo>
                  <a:pt x="39" y="0"/>
                </a:lnTo>
                <a:lnTo>
                  <a:pt x="39" y="89"/>
                </a:lnTo>
                <a:lnTo>
                  <a:pt x="111" y="0"/>
                </a:lnTo>
                <a:lnTo>
                  <a:pt x="158" y="0"/>
                </a:lnTo>
                <a:lnTo>
                  <a:pt x="84" y="89"/>
                </a:lnTo>
                <a:lnTo>
                  <a:pt x="158" y="183"/>
                </a:lnTo>
                <a:lnTo>
                  <a:pt x="109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6" name="Google Shape;1786;g34a49210254_0_592"/>
          <p:cNvSpPr/>
          <p:nvPr/>
        </p:nvSpPr>
        <p:spPr>
          <a:xfrm>
            <a:off x="579354" y="377689"/>
            <a:ext cx="89097" cy="82765"/>
          </a:xfrm>
          <a:custGeom>
            <a:rect b="b" l="l" r="r" t="t"/>
            <a:pathLst>
              <a:path extrusionOk="0" h="183" w="197">
                <a:moveTo>
                  <a:pt x="154" y="183"/>
                </a:moveTo>
                <a:lnTo>
                  <a:pt x="137" y="140"/>
                </a:lnTo>
                <a:lnTo>
                  <a:pt x="59" y="140"/>
                </a:lnTo>
                <a:lnTo>
                  <a:pt x="41" y="183"/>
                </a:lnTo>
                <a:lnTo>
                  <a:pt x="0" y="183"/>
                </a:lnTo>
                <a:lnTo>
                  <a:pt x="78" y="0"/>
                </a:lnTo>
                <a:lnTo>
                  <a:pt x="119" y="0"/>
                </a:lnTo>
                <a:lnTo>
                  <a:pt x="197" y="183"/>
                </a:lnTo>
                <a:lnTo>
                  <a:pt x="154" y="183"/>
                </a:lnTo>
                <a:close/>
                <a:moveTo>
                  <a:pt x="98" y="37"/>
                </a:moveTo>
                <a:lnTo>
                  <a:pt x="70" y="107"/>
                </a:lnTo>
                <a:lnTo>
                  <a:pt x="125" y="107"/>
                </a:lnTo>
                <a:lnTo>
                  <a:pt x="98" y="3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7" name="Google Shape;1787;g34a49210254_0_592"/>
          <p:cNvSpPr/>
          <p:nvPr/>
        </p:nvSpPr>
        <p:spPr>
          <a:xfrm>
            <a:off x="674783" y="377689"/>
            <a:ext cx="76433" cy="82765"/>
          </a:xfrm>
          <a:custGeom>
            <a:rect b="b" l="l" r="r" t="t"/>
            <a:pathLst>
              <a:path extrusionOk="0" h="183" w="169">
                <a:moveTo>
                  <a:pt x="169" y="85"/>
                </a:moveTo>
                <a:lnTo>
                  <a:pt x="169" y="91"/>
                </a:lnTo>
                <a:lnTo>
                  <a:pt x="169" y="95"/>
                </a:lnTo>
                <a:lnTo>
                  <a:pt x="169" y="99"/>
                </a:lnTo>
                <a:lnTo>
                  <a:pt x="169" y="101"/>
                </a:lnTo>
                <a:lnTo>
                  <a:pt x="169" y="101"/>
                </a:lnTo>
                <a:lnTo>
                  <a:pt x="169" y="111"/>
                </a:lnTo>
                <a:lnTo>
                  <a:pt x="169" y="111"/>
                </a:lnTo>
                <a:lnTo>
                  <a:pt x="167" y="116"/>
                </a:lnTo>
                <a:lnTo>
                  <a:pt x="167" y="116"/>
                </a:lnTo>
                <a:lnTo>
                  <a:pt x="167" y="124"/>
                </a:lnTo>
                <a:lnTo>
                  <a:pt x="167" y="124"/>
                </a:lnTo>
                <a:lnTo>
                  <a:pt x="165" y="132"/>
                </a:lnTo>
                <a:lnTo>
                  <a:pt x="165" y="132"/>
                </a:lnTo>
                <a:lnTo>
                  <a:pt x="165" y="134"/>
                </a:lnTo>
                <a:lnTo>
                  <a:pt x="165" y="134"/>
                </a:lnTo>
                <a:lnTo>
                  <a:pt x="165" y="138"/>
                </a:lnTo>
                <a:lnTo>
                  <a:pt x="165" y="138"/>
                </a:lnTo>
                <a:lnTo>
                  <a:pt x="161" y="142"/>
                </a:lnTo>
                <a:lnTo>
                  <a:pt x="161" y="142"/>
                </a:lnTo>
                <a:lnTo>
                  <a:pt x="157" y="152"/>
                </a:lnTo>
                <a:lnTo>
                  <a:pt x="150" y="161"/>
                </a:lnTo>
                <a:lnTo>
                  <a:pt x="150" y="161"/>
                </a:lnTo>
                <a:lnTo>
                  <a:pt x="134" y="173"/>
                </a:lnTo>
                <a:lnTo>
                  <a:pt x="118" y="179"/>
                </a:lnTo>
                <a:lnTo>
                  <a:pt x="118" y="179"/>
                </a:lnTo>
                <a:lnTo>
                  <a:pt x="103" y="183"/>
                </a:lnTo>
                <a:lnTo>
                  <a:pt x="83" y="183"/>
                </a:lnTo>
                <a:lnTo>
                  <a:pt x="0" y="183"/>
                </a:lnTo>
                <a:lnTo>
                  <a:pt x="0" y="0"/>
                </a:lnTo>
                <a:lnTo>
                  <a:pt x="83" y="0"/>
                </a:lnTo>
                <a:lnTo>
                  <a:pt x="83" y="0"/>
                </a:lnTo>
                <a:lnTo>
                  <a:pt x="103" y="2"/>
                </a:lnTo>
                <a:lnTo>
                  <a:pt x="122" y="7"/>
                </a:lnTo>
                <a:lnTo>
                  <a:pt x="138" y="15"/>
                </a:lnTo>
                <a:lnTo>
                  <a:pt x="150" y="25"/>
                </a:lnTo>
                <a:lnTo>
                  <a:pt x="150" y="25"/>
                </a:lnTo>
                <a:lnTo>
                  <a:pt x="157" y="37"/>
                </a:lnTo>
                <a:lnTo>
                  <a:pt x="165" y="50"/>
                </a:lnTo>
                <a:lnTo>
                  <a:pt x="167" y="64"/>
                </a:lnTo>
                <a:lnTo>
                  <a:pt x="169" y="77"/>
                </a:lnTo>
                <a:lnTo>
                  <a:pt x="169" y="85"/>
                </a:lnTo>
                <a:close/>
                <a:moveTo>
                  <a:pt x="126" y="89"/>
                </a:moveTo>
                <a:lnTo>
                  <a:pt x="126" y="89"/>
                </a:lnTo>
                <a:lnTo>
                  <a:pt x="126" y="79"/>
                </a:lnTo>
                <a:lnTo>
                  <a:pt x="126" y="79"/>
                </a:lnTo>
                <a:lnTo>
                  <a:pt x="126" y="70"/>
                </a:lnTo>
                <a:lnTo>
                  <a:pt x="126" y="70"/>
                </a:lnTo>
                <a:lnTo>
                  <a:pt x="122" y="58"/>
                </a:lnTo>
                <a:lnTo>
                  <a:pt x="118" y="48"/>
                </a:lnTo>
                <a:lnTo>
                  <a:pt x="118" y="48"/>
                </a:lnTo>
                <a:lnTo>
                  <a:pt x="113" y="40"/>
                </a:lnTo>
                <a:lnTo>
                  <a:pt x="103" y="35"/>
                </a:lnTo>
                <a:lnTo>
                  <a:pt x="93" y="33"/>
                </a:lnTo>
                <a:lnTo>
                  <a:pt x="81" y="33"/>
                </a:lnTo>
                <a:lnTo>
                  <a:pt x="37" y="33"/>
                </a:lnTo>
                <a:lnTo>
                  <a:pt x="37" y="152"/>
                </a:lnTo>
                <a:lnTo>
                  <a:pt x="81" y="152"/>
                </a:lnTo>
                <a:lnTo>
                  <a:pt x="93" y="152"/>
                </a:lnTo>
                <a:lnTo>
                  <a:pt x="97" y="152"/>
                </a:lnTo>
                <a:lnTo>
                  <a:pt x="101" y="150"/>
                </a:lnTo>
                <a:lnTo>
                  <a:pt x="101" y="150"/>
                </a:lnTo>
                <a:lnTo>
                  <a:pt x="111" y="146"/>
                </a:lnTo>
                <a:lnTo>
                  <a:pt x="118" y="138"/>
                </a:lnTo>
                <a:lnTo>
                  <a:pt x="122" y="128"/>
                </a:lnTo>
                <a:lnTo>
                  <a:pt x="122" y="128"/>
                </a:lnTo>
                <a:lnTo>
                  <a:pt x="124" y="126"/>
                </a:lnTo>
                <a:lnTo>
                  <a:pt x="124" y="126"/>
                </a:lnTo>
                <a:lnTo>
                  <a:pt x="124" y="120"/>
                </a:lnTo>
                <a:lnTo>
                  <a:pt x="124" y="120"/>
                </a:lnTo>
                <a:lnTo>
                  <a:pt x="126" y="111"/>
                </a:lnTo>
                <a:lnTo>
                  <a:pt x="126" y="111"/>
                </a:lnTo>
                <a:lnTo>
                  <a:pt x="126" y="101"/>
                </a:lnTo>
                <a:lnTo>
                  <a:pt x="126" y="99"/>
                </a:lnTo>
                <a:lnTo>
                  <a:pt x="126" y="93"/>
                </a:lnTo>
                <a:lnTo>
                  <a:pt x="126" y="8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8" name="Google Shape;1788;g34a49210254_0_592"/>
          <p:cNvSpPr/>
          <p:nvPr/>
        </p:nvSpPr>
        <p:spPr>
          <a:xfrm>
            <a:off x="757547" y="377689"/>
            <a:ext cx="68745" cy="82765"/>
          </a:xfrm>
          <a:custGeom>
            <a:rect b="b" l="l" r="r" t="t"/>
            <a:pathLst>
              <a:path extrusionOk="0" h="183" w="152">
                <a:moveTo>
                  <a:pt x="85" y="183"/>
                </a:moveTo>
                <a:lnTo>
                  <a:pt x="70" y="183"/>
                </a:lnTo>
                <a:lnTo>
                  <a:pt x="64" y="183"/>
                </a:lnTo>
                <a:lnTo>
                  <a:pt x="64" y="183"/>
                </a:lnTo>
                <a:lnTo>
                  <a:pt x="58" y="183"/>
                </a:lnTo>
                <a:lnTo>
                  <a:pt x="58" y="183"/>
                </a:lnTo>
                <a:lnTo>
                  <a:pt x="56" y="181"/>
                </a:lnTo>
                <a:lnTo>
                  <a:pt x="56" y="181"/>
                </a:lnTo>
                <a:lnTo>
                  <a:pt x="54" y="181"/>
                </a:lnTo>
                <a:lnTo>
                  <a:pt x="54" y="181"/>
                </a:lnTo>
                <a:lnTo>
                  <a:pt x="43" y="177"/>
                </a:lnTo>
                <a:lnTo>
                  <a:pt x="31" y="169"/>
                </a:lnTo>
                <a:lnTo>
                  <a:pt x="21" y="159"/>
                </a:lnTo>
                <a:lnTo>
                  <a:pt x="13" y="148"/>
                </a:lnTo>
                <a:lnTo>
                  <a:pt x="13" y="148"/>
                </a:lnTo>
                <a:lnTo>
                  <a:pt x="8" y="138"/>
                </a:lnTo>
                <a:lnTo>
                  <a:pt x="4" y="126"/>
                </a:lnTo>
                <a:lnTo>
                  <a:pt x="4" y="126"/>
                </a:lnTo>
                <a:lnTo>
                  <a:pt x="2" y="114"/>
                </a:lnTo>
                <a:lnTo>
                  <a:pt x="0" y="101"/>
                </a:lnTo>
                <a:lnTo>
                  <a:pt x="0" y="101"/>
                </a:lnTo>
                <a:lnTo>
                  <a:pt x="2" y="77"/>
                </a:lnTo>
                <a:lnTo>
                  <a:pt x="4" y="58"/>
                </a:lnTo>
                <a:lnTo>
                  <a:pt x="4" y="58"/>
                </a:lnTo>
                <a:lnTo>
                  <a:pt x="9" y="42"/>
                </a:lnTo>
                <a:lnTo>
                  <a:pt x="19" y="27"/>
                </a:lnTo>
                <a:lnTo>
                  <a:pt x="19" y="27"/>
                </a:lnTo>
                <a:lnTo>
                  <a:pt x="25" y="21"/>
                </a:lnTo>
                <a:lnTo>
                  <a:pt x="31" y="15"/>
                </a:lnTo>
                <a:lnTo>
                  <a:pt x="39" y="11"/>
                </a:lnTo>
                <a:lnTo>
                  <a:pt x="46" y="7"/>
                </a:lnTo>
                <a:lnTo>
                  <a:pt x="46" y="7"/>
                </a:lnTo>
                <a:lnTo>
                  <a:pt x="66" y="2"/>
                </a:lnTo>
                <a:lnTo>
                  <a:pt x="66" y="2"/>
                </a:lnTo>
                <a:lnTo>
                  <a:pt x="93" y="2"/>
                </a:lnTo>
                <a:lnTo>
                  <a:pt x="152" y="0"/>
                </a:lnTo>
                <a:lnTo>
                  <a:pt x="152" y="33"/>
                </a:lnTo>
                <a:lnTo>
                  <a:pt x="87" y="33"/>
                </a:lnTo>
                <a:lnTo>
                  <a:pt x="87" y="33"/>
                </a:lnTo>
                <a:lnTo>
                  <a:pt x="78" y="33"/>
                </a:lnTo>
                <a:lnTo>
                  <a:pt x="68" y="35"/>
                </a:lnTo>
                <a:lnTo>
                  <a:pt x="62" y="39"/>
                </a:lnTo>
                <a:lnTo>
                  <a:pt x="54" y="42"/>
                </a:lnTo>
                <a:lnTo>
                  <a:pt x="50" y="48"/>
                </a:lnTo>
                <a:lnTo>
                  <a:pt x="46" y="56"/>
                </a:lnTo>
                <a:lnTo>
                  <a:pt x="45" y="66"/>
                </a:lnTo>
                <a:lnTo>
                  <a:pt x="45" y="76"/>
                </a:lnTo>
                <a:lnTo>
                  <a:pt x="152" y="76"/>
                </a:lnTo>
                <a:lnTo>
                  <a:pt x="152" y="107"/>
                </a:lnTo>
                <a:lnTo>
                  <a:pt x="45" y="107"/>
                </a:lnTo>
                <a:lnTo>
                  <a:pt x="45" y="107"/>
                </a:lnTo>
                <a:lnTo>
                  <a:pt x="46" y="126"/>
                </a:lnTo>
                <a:lnTo>
                  <a:pt x="46" y="126"/>
                </a:lnTo>
                <a:lnTo>
                  <a:pt x="48" y="132"/>
                </a:lnTo>
                <a:lnTo>
                  <a:pt x="48" y="132"/>
                </a:lnTo>
                <a:lnTo>
                  <a:pt x="52" y="140"/>
                </a:lnTo>
                <a:lnTo>
                  <a:pt x="60" y="146"/>
                </a:lnTo>
                <a:lnTo>
                  <a:pt x="60" y="146"/>
                </a:lnTo>
                <a:lnTo>
                  <a:pt x="68" y="150"/>
                </a:lnTo>
                <a:lnTo>
                  <a:pt x="68" y="150"/>
                </a:lnTo>
                <a:lnTo>
                  <a:pt x="78" y="152"/>
                </a:lnTo>
                <a:lnTo>
                  <a:pt x="152" y="152"/>
                </a:lnTo>
                <a:lnTo>
                  <a:pt x="152" y="183"/>
                </a:lnTo>
                <a:lnTo>
                  <a:pt x="85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9" name="Google Shape;1789;g34a49210254_0_592"/>
          <p:cNvSpPr/>
          <p:nvPr/>
        </p:nvSpPr>
        <p:spPr>
          <a:xfrm>
            <a:off x="841217" y="377689"/>
            <a:ext cx="93168" cy="82765"/>
          </a:xfrm>
          <a:custGeom>
            <a:rect b="b" l="l" r="r" t="t"/>
            <a:pathLst>
              <a:path extrusionOk="0" h="183" w="206">
                <a:moveTo>
                  <a:pt x="167" y="183"/>
                </a:moveTo>
                <a:lnTo>
                  <a:pt x="171" y="40"/>
                </a:lnTo>
                <a:lnTo>
                  <a:pt x="124" y="183"/>
                </a:lnTo>
                <a:lnTo>
                  <a:pt x="84" y="183"/>
                </a:lnTo>
                <a:lnTo>
                  <a:pt x="35" y="40"/>
                </a:lnTo>
                <a:lnTo>
                  <a:pt x="39" y="183"/>
                </a:lnTo>
                <a:lnTo>
                  <a:pt x="0" y="183"/>
                </a:lnTo>
                <a:lnTo>
                  <a:pt x="0" y="0"/>
                </a:lnTo>
                <a:lnTo>
                  <a:pt x="56" y="0"/>
                </a:lnTo>
                <a:lnTo>
                  <a:pt x="103" y="142"/>
                </a:lnTo>
                <a:lnTo>
                  <a:pt x="150" y="0"/>
                </a:lnTo>
                <a:lnTo>
                  <a:pt x="206" y="0"/>
                </a:lnTo>
                <a:lnTo>
                  <a:pt x="206" y="183"/>
                </a:lnTo>
                <a:lnTo>
                  <a:pt x="167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0" name="Google Shape;1790;g34a49210254_0_592"/>
          <p:cNvSpPr/>
          <p:nvPr/>
        </p:nvSpPr>
        <p:spPr>
          <a:xfrm>
            <a:off x="951118" y="351005"/>
            <a:ext cx="18543" cy="109448"/>
          </a:xfrm>
          <a:custGeom>
            <a:rect b="b" l="l" r="r" t="t"/>
            <a:pathLst>
              <a:path extrusionOk="0" h="242" w="41">
                <a:moveTo>
                  <a:pt x="0" y="37"/>
                </a:moveTo>
                <a:lnTo>
                  <a:pt x="0" y="0"/>
                </a:lnTo>
                <a:lnTo>
                  <a:pt x="41" y="0"/>
                </a:lnTo>
                <a:lnTo>
                  <a:pt x="41" y="37"/>
                </a:lnTo>
                <a:lnTo>
                  <a:pt x="0" y="37"/>
                </a:lnTo>
                <a:close/>
                <a:moveTo>
                  <a:pt x="0" y="242"/>
                </a:moveTo>
                <a:lnTo>
                  <a:pt x="0" y="59"/>
                </a:lnTo>
                <a:lnTo>
                  <a:pt x="41" y="59"/>
                </a:lnTo>
                <a:lnTo>
                  <a:pt x="41" y="242"/>
                </a:lnTo>
                <a:lnTo>
                  <a:pt x="0" y="24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1" name="Google Shape;1791;g34a49210254_0_592"/>
          <p:cNvSpPr txBox="1"/>
          <p:nvPr/>
        </p:nvSpPr>
        <p:spPr>
          <a:xfrm>
            <a:off x="4" y="-6725"/>
            <a:ext cx="1648800" cy="284100"/>
          </a:xfrm>
          <a:prstGeom prst="rect">
            <a:avLst/>
          </a:prstGeom>
          <a:noFill/>
          <a:ln>
            <a:noFill/>
          </a:ln>
        </p:spPr>
        <p:txBody>
          <a:bodyPr anchorCtr="0" anchor="t" bIns="33950" lIns="67925" spcFirstLastPara="1" rIns="67925" wrap="square" tIns="3395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Component Nedir?</a:t>
            </a:r>
            <a:endParaRPr b="1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2" name="Google Shape;1792;g34a49210254_0_592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3" name="Google Shape;1793;g34a49210254_0_592"/>
          <p:cNvSpPr/>
          <p:nvPr/>
        </p:nvSpPr>
        <p:spPr>
          <a:xfrm>
            <a:off x="668438" y="3091925"/>
            <a:ext cx="1552200" cy="54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latin typeface="Calibri"/>
                <a:ea typeface="Calibri"/>
                <a:cs typeface="Calibri"/>
                <a:sym typeface="Calibri"/>
              </a:rPr>
              <a:t>Movies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4" name="Google Shape;1794;g34a49210254_0_592"/>
          <p:cNvSpPr/>
          <p:nvPr/>
        </p:nvSpPr>
        <p:spPr>
          <a:xfrm>
            <a:off x="3236175" y="596788"/>
            <a:ext cx="1552200" cy="54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latin typeface="Calibri"/>
                <a:ea typeface="Calibri"/>
                <a:cs typeface="Calibri"/>
                <a:sym typeface="Calibri"/>
              </a:rPr>
              <a:t>Main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95" name="Google Shape;1795;g34a49210254_0_592"/>
          <p:cNvCxnSpPr/>
          <p:nvPr/>
        </p:nvCxnSpPr>
        <p:spPr>
          <a:xfrm>
            <a:off x="5147788" y="867250"/>
            <a:ext cx="4989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1796" name="Google Shape;1796;g34a49210254_0_5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6125" y="171450"/>
            <a:ext cx="2650424" cy="12841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7" name="Google Shape;1797;g34a49210254_0_592"/>
          <p:cNvSpPr/>
          <p:nvPr/>
        </p:nvSpPr>
        <p:spPr>
          <a:xfrm>
            <a:off x="6674336" y="582673"/>
            <a:ext cx="1314000" cy="4617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latin typeface="Calibri"/>
                <a:ea typeface="Calibri"/>
                <a:cs typeface="Calibri"/>
                <a:sym typeface="Calibri"/>
              </a:rPr>
              <a:t>Root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8" name="Google Shape;1798;g34a49210254_0_592"/>
          <p:cNvSpPr/>
          <p:nvPr/>
        </p:nvSpPr>
        <p:spPr>
          <a:xfrm>
            <a:off x="2309613" y="3091925"/>
            <a:ext cx="1552200" cy="54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latin typeface="Calibri"/>
                <a:ea typeface="Calibri"/>
                <a:cs typeface="Calibri"/>
                <a:sym typeface="Calibri"/>
              </a:rPr>
              <a:t>Comments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9" name="Google Shape;1799;g34a49210254_0_592"/>
          <p:cNvSpPr/>
          <p:nvPr/>
        </p:nvSpPr>
        <p:spPr>
          <a:xfrm>
            <a:off x="2280363" y="1962575"/>
            <a:ext cx="1552200" cy="54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latin typeface="Calibri"/>
                <a:ea typeface="Calibri"/>
                <a:cs typeface="Calibri"/>
                <a:sym typeface="Calibri"/>
              </a:rPr>
              <a:t>Client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0" name="Google Shape;1800;g34a49210254_0_592"/>
          <p:cNvSpPr/>
          <p:nvPr/>
        </p:nvSpPr>
        <p:spPr>
          <a:xfrm>
            <a:off x="4191988" y="1962575"/>
            <a:ext cx="1552200" cy="54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latin typeface="Calibri"/>
                <a:ea typeface="Calibri"/>
                <a:cs typeface="Calibri"/>
                <a:sym typeface="Calibri"/>
              </a:rPr>
              <a:t>Admin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1" name="Google Shape;1801;g34a49210254_0_592"/>
          <p:cNvSpPr/>
          <p:nvPr/>
        </p:nvSpPr>
        <p:spPr>
          <a:xfrm>
            <a:off x="4191988" y="3091925"/>
            <a:ext cx="1552200" cy="54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latin typeface="Calibri"/>
                <a:ea typeface="Calibri"/>
                <a:cs typeface="Calibri"/>
                <a:sym typeface="Calibri"/>
              </a:rPr>
              <a:t>Create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2" name="Google Shape;1802;g34a49210254_0_592"/>
          <p:cNvSpPr/>
          <p:nvPr/>
        </p:nvSpPr>
        <p:spPr>
          <a:xfrm>
            <a:off x="5833163" y="3091925"/>
            <a:ext cx="1552200" cy="54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>
                <a:latin typeface="Calibri"/>
                <a:ea typeface="Calibri"/>
                <a:cs typeface="Calibri"/>
                <a:sym typeface="Calibri"/>
              </a:rPr>
              <a:t>Edit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7" name="Shape 1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8" name="Google Shape;1808;g34a49210254_0_625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9" name="Google Shape;1809;g34a49210254_0_625"/>
          <p:cNvSpPr txBox="1"/>
          <p:nvPr/>
        </p:nvSpPr>
        <p:spPr>
          <a:xfrm>
            <a:off x="1058403" y="2242125"/>
            <a:ext cx="3286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 Öğreniyoruz?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4" name="Shape 1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5" name="Google Shape;1815;g352205c6c3d_0_1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816" name="Google Shape;1816;g352205c6c3d_0_1"/>
          <p:cNvSpPr txBox="1"/>
          <p:nvPr/>
        </p:nvSpPr>
        <p:spPr>
          <a:xfrm>
            <a:off x="1596505" y="1002400"/>
            <a:ext cx="1693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 Öğreniyoruz?</a:t>
            </a:r>
            <a:endParaRPr b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7" name="Google Shape;1817;g352205c6c3d_0_1"/>
          <p:cNvSpPr txBox="1"/>
          <p:nvPr/>
        </p:nvSpPr>
        <p:spPr>
          <a:xfrm>
            <a:off x="1756423" y="1500075"/>
            <a:ext cx="2664300" cy="22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React Nedir?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React Projesi Oluşturma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Component Nedir?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JSX: Javascript XML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Component Props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JSX Listeler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JSX Koşullu Durumlar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JSX Stillerle Çalışma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Proje Şablonu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1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1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1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1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1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1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7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17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2" name="Shape 1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3" name="Google Shape;1823;g34bee32ac2f_0_0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4" name="Google Shape;1824;g34bee32ac2f_0_0"/>
          <p:cNvSpPr txBox="1"/>
          <p:nvPr/>
        </p:nvSpPr>
        <p:spPr>
          <a:xfrm>
            <a:off x="1058403" y="2242125"/>
            <a:ext cx="3286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React State Nedir?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9" name="Shape 1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0" name="Google Shape;1830;g34bee32ac2f_0_6"/>
          <p:cNvSpPr/>
          <p:nvPr/>
        </p:nvSpPr>
        <p:spPr>
          <a:xfrm>
            <a:off x="294878" y="287688"/>
            <a:ext cx="60152" cy="63317"/>
          </a:xfrm>
          <a:custGeom>
            <a:rect b="b" l="l" r="r" t="t"/>
            <a:pathLst>
              <a:path extrusionOk="0" h="140" w="133">
                <a:moveTo>
                  <a:pt x="133" y="72"/>
                </a:moveTo>
                <a:lnTo>
                  <a:pt x="84" y="54"/>
                </a:lnTo>
                <a:lnTo>
                  <a:pt x="86" y="0"/>
                </a:lnTo>
                <a:lnTo>
                  <a:pt x="53" y="43"/>
                </a:lnTo>
                <a:lnTo>
                  <a:pt x="4" y="23"/>
                </a:lnTo>
                <a:lnTo>
                  <a:pt x="33" y="68"/>
                </a:lnTo>
                <a:lnTo>
                  <a:pt x="0" y="109"/>
                </a:lnTo>
                <a:lnTo>
                  <a:pt x="51" y="95"/>
                </a:lnTo>
                <a:lnTo>
                  <a:pt x="80" y="140"/>
                </a:lnTo>
                <a:lnTo>
                  <a:pt x="82" y="86"/>
                </a:lnTo>
                <a:lnTo>
                  <a:pt x="133" y="7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1" name="Google Shape;1831;g34bee32ac2f_0_6"/>
          <p:cNvSpPr/>
          <p:nvPr/>
        </p:nvSpPr>
        <p:spPr>
          <a:xfrm>
            <a:off x="297592" y="202209"/>
            <a:ext cx="19448" cy="92715"/>
          </a:xfrm>
          <a:custGeom>
            <a:rect b="b" l="l" r="r" t="t"/>
            <a:pathLst>
              <a:path extrusionOk="0" h="205" w="43">
                <a:moveTo>
                  <a:pt x="43" y="0"/>
                </a:moveTo>
                <a:lnTo>
                  <a:pt x="0" y="45"/>
                </a:lnTo>
                <a:lnTo>
                  <a:pt x="0" y="205"/>
                </a:lnTo>
                <a:lnTo>
                  <a:pt x="43" y="164"/>
                </a:lnTo>
                <a:lnTo>
                  <a:pt x="43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2" name="Google Shape;1832;g34bee32ac2f_0_6"/>
          <p:cNvSpPr/>
          <p:nvPr/>
        </p:nvSpPr>
        <p:spPr>
          <a:xfrm>
            <a:off x="212114" y="148390"/>
            <a:ext cx="19448" cy="194927"/>
          </a:xfrm>
          <a:custGeom>
            <a:rect b="b" l="l" r="r" t="t"/>
            <a:pathLst>
              <a:path extrusionOk="0" h="431" w="43">
                <a:moveTo>
                  <a:pt x="0" y="0"/>
                </a:moveTo>
                <a:lnTo>
                  <a:pt x="43" y="47"/>
                </a:lnTo>
                <a:lnTo>
                  <a:pt x="43" y="431"/>
                </a:lnTo>
                <a:lnTo>
                  <a:pt x="0" y="390"/>
                </a:lnTo>
                <a:lnTo>
                  <a:pt x="0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3" name="Google Shape;1833;g34bee32ac2f_0_6"/>
          <p:cNvSpPr/>
          <p:nvPr/>
        </p:nvSpPr>
        <p:spPr>
          <a:xfrm>
            <a:off x="239701" y="171455"/>
            <a:ext cx="19448" cy="265933"/>
          </a:xfrm>
          <a:custGeom>
            <a:rect b="b" l="l" r="r" t="t"/>
            <a:pathLst>
              <a:path extrusionOk="0" h="588" w="43">
                <a:moveTo>
                  <a:pt x="43" y="43"/>
                </a:moveTo>
                <a:lnTo>
                  <a:pt x="0" y="0"/>
                </a:lnTo>
                <a:lnTo>
                  <a:pt x="0" y="23"/>
                </a:lnTo>
                <a:lnTo>
                  <a:pt x="0" y="23"/>
                </a:lnTo>
                <a:lnTo>
                  <a:pt x="0" y="261"/>
                </a:lnTo>
                <a:lnTo>
                  <a:pt x="0" y="261"/>
                </a:lnTo>
                <a:lnTo>
                  <a:pt x="0" y="284"/>
                </a:lnTo>
                <a:lnTo>
                  <a:pt x="0" y="417"/>
                </a:lnTo>
                <a:lnTo>
                  <a:pt x="0" y="442"/>
                </a:lnTo>
                <a:lnTo>
                  <a:pt x="0" y="442"/>
                </a:lnTo>
                <a:lnTo>
                  <a:pt x="0" y="442"/>
                </a:lnTo>
                <a:lnTo>
                  <a:pt x="0" y="461"/>
                </a:lnTo>
                <a:lnTo>
                  <a:pt x="0" y="461"/>
                </a:lnTo>
                <a:lnTo>
                  <a:pt x="0" y="467"/>
                </a:lnTo>
                <a:lnTo>
                  <a:pt x="0" y="487"/>
                </a:lnTo>
                <a:lnTo>
                  <a:pt x="0" y="487"/>
                </a:lnTo>
                <a:lnTo>
                  <a:pt x="2" y="500"/>
                </a:lnTo>
                <a:lnTo>
                  <a:pt x="4" y="516"/>
                </a:lnTo>
                <a:lnTo>
                  <a:pt x="7" y="530"/>
                </a:lnTo>
                <a:lnTo>
                  <a:pt x="13" y="541"/>
                </a:lnTo>
                <a:lnTo>
                  <a:pt x="19" y="555"/>
                </a:lnTo>
                <a:lnTo>
                  <a:pt x="25" y="567"/>
                </a:lnTo>
                <a:lnTo>
                  <a:pt x="33" y="578"/>
                </a:lnTo>
                <a:lnTo>
                  <a:pt x="43" y="588"/>
                </a:lnTo>
                <a:lnTo>
                  <a:pt x="43" y="4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4" name="Google Shape;1834;g34bee32ac2f_0_6"/>
          <p:cNvSpPr/>
          <p:nvPr/>
        </p:nvSpPr>
        <p:spPr>
          <a:xfrm>
            <a:off x="268647" y="201305"/>
            <a:ext cx="19448" cy="255531"/>
          </a:xfrm>
          <a:custGeom>
            <a:rect b="b" l="l" r="r" t="t"/>
            <a:pathLst>
              <a:path extrusionOk="0" h="565" w="43">
                <a:moveTo>
                  <a:pt x="43" y="329"/>
                </a:moveTo>
                <a:lnTo>
                  <a:pt x="43" y="329"/>
                </a:lnTo>
                <a:lnTo>
                  <a:pt x="43" y="232"/>
                </a:lnTo>
                <a:lnTo>
                  <a:pt x="43" y="208"/>
                </a:lnTo>
                <a:lnTo>
                  <a:pt x="43" y="208"/>
                </a:lnTo>
                <a:lnTo>
                  <a:pt x="43" y="43"/>
                </a:lnTo>
                <a:lnTo>
                  <a:pt x="0" y="0"/>
                </a:lnTo>
                <a:lnTo>
                  <a:pt x="0" y="542"/>
                </a:lnTo>
                <a:lnTo>
                  <a:pt x="0" y="542"/>
                </a:lnTo>
                <a:lnTo>
                  <a:pt x="19" y="555"/>
                </a:lnTo>
                <a:lnTo>
                  <a:pt x="41" y="565"/>
                </a:lnTo>
                <a:lnTo>
                  <a:pt x="41" y="565"/>
                </a:lnTo>
                <a:lnTo>
                  <a:pt x="43" y="565"/>
                </a:lnTo>
                <a:lnTo>
                  <a:pt x="43" y="32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5" name="Google Shape;1835;g34bee32ac2f_0_6"/>
          <p:cNvSpPr/>
          <p:nvPr/>
        </p:nvSpPr>
        <p:spPr>
          <a:xfrm>
            <a:off x="298496" y="332462"/>
            <a:ext cx="82765" cy="129801"/>
          </a:xfrm>
          <a:custGeom>
            <a:rect b="b" l="l" r="r" t="t"/>
            <a:pathLst>
              <a:path extrusionOk="0" h="287" w="183">
                <a:moveTo>
                  <a:pt x="181" y="109"/>
                </a:moveTo>
                <a:lnTo>
                  <a:pt x="181" y="109"/>
                </a:lnTo>
                <a:lnTo>
                  <a:pt x="175" y="90"/>
                </a:lnTo>
                <a:lnTo>
                  <a:pt x="170" y="72"/>
                </a:lnTo>
                <a:lnTo>
                  <a:pt x="160" y="57"/>
                </a:lnTo>
                <a:lnTo>
                  <a:pt x="148" y="41"/>
                </a:lnTo>
                <a:lnTo>
                  <a:pt x="135" y="28"/>
                </a:lnTo>
                <a:lnTo>
                  <a:pt x="121" y="16"/>
                </a:lnTo>
                <a:lnTo>
                  <a:pt x="105" y="6"/>
                </a:lnTo>
                <a:lnTo>
                  <a:pt x="88" y="0"/>
                </a:lnTo>
                <a:lnTo>
                  <a:pt x="88" y="0"/>
                </a:lnTo>
                <a:lnTo>
                  <a:pt x="103" y="10"/>
                </a:lnTo>
                <a:lnTo>
                  <a:pt x="103" y="10"/>
                </a:lnTo>
                <a:lnTo>
                  <a:pt x="113" y="22"/>
                </a:lnTo>
                <a:lnTo>
                  <a:pt x="123" y="35"/>
                </a:lnTo>
                <a:lnTo>
                  <a:pt x="129" y="51"/>
                </a:lnTo>
                <a:lnTo>
                  <a:pt x="131" y="68"/>
                </a:lnTo>
                <a:lnTo>
                  <a:pt x="131" y="68"/>
                </a:lnTo>
                <a:lnTo>
                  <a:pt x="129" y="86"/>
                </a:lnTo>
                <a:lnTo>
                  <a:pt x="123" y="100"/>
                </a:lnTo>
                <a:lnTo>
                  <a:pt x="117" y="113"/>
                </a:lnTo>
                <a:lnTo>
                  <a:pt x="107" y="125"/>
                </a:lnTo>
                <a:lnTo>
                  <a:pt x="96" y="137"/>
                </a:lnTo>
                <a:lnTo>
                  <a:pt x="82" y="142"/>
                </a:lnTo>
                <a:lnTo>
                  <a:pt x="66" y="148"/>
                </a:lnTo>
                <a:lnTo>
                  <a:pt x="51" y="150"/>
                </a:lnTo>
                <a:lnTo>
                  <a:pt x="51" y="150"/>
                </a:lnTo>
                <a:lnTo>
                  <a:pt x="35" y="148"/>
                </a:lnTo>
                <a:lnTo>
                  <a:pt x="22" y="144"/>
                </a:lnTo>
                <a:lnTo>
                  <a:pt x="10" y="139"/>
                </a:lnTo>
                <a:lnTo>
                  <a:pt x="0" y="129"/>
                </a:lnTo>
                <a:lnTo>
                  <a:pt x="0" y="283"/>
                </a:lnTo>
                <a:lnTo>
                  <a:pt x="0" y="283"/>
                </a:lnTo>
                <a:lnTo>
                  <a:pt x="16" y="285"/>
                </a:lnTo>
                <a:lnTo>
                  <a:pt x="31" y="287"/>
                </a:lnTo>
                <a:lnTo>
                  <a:pt x="49" y="287"/>
                </a:lnTo>
                <a:lnTo>
                  <a:pt x="64" y="285"/>
                </a:lnTo>
                <a:lnTo>
                  <a:pt x="64" y="285"/>
                </a:lnTo>
                <a:lnTo>
                  <a:pt x="82" y="279"/>
                </a:lnTo>
                <a:lnTo>
                  <a:pt x="99" y="273"/>
                </a:lnTo>
                <a:lnTo>
                  <a:pt x="115" y="263"/>
                </a:lnTo>
                <a:lnTo>
                  <a:pt x="129" y="253"/>
                </a:lnTo>
                <a:lnTo>
                  <a:pt x="142" y="242"/>
                </a:lnTo>
                <a:lnTo>
                  <a:pt x="152" y="230"/>
                </a:lnTo>
                <a:lnTo>
                  <a:pt x="162" y="216"/>
                </a:lnTo>
                <a:lnTo>
                  <a:pt x="170" y="201"/>
                </a:lnTo>
                <a:lnTo>
                  <a:pt x="170" y="201"/>
                </a:lnTo>
                <a:lnTo>
                  <a:pt x="172" y="197"/>
                </a:lnTo>
                <a:lnTo>
                  <a:pt x="172" y="197"/>
                </a:lnTo>
                <a:lnTo>
                  <a:pt x="172" y="197"/>
                </a:lnTo>
                <a:lnTo>
                  <a:pt x="179" y="176"/>
                </a:lnTo>
                <a:lnTo>
                  <a:pt x="183" y="154"/>
                </a:lnTo>
                <a:lnTo>
                  <a:pt x="183" y="131"/>
                </a:lnTo>
                <a:lnTo>
                  <a:pt x="181" y="109"/>
                </a:lnTo>
                <a:lnTo>
                  <a:pt x="181" y="10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6" name="Google Shape;1836;g34bee32ac2f_0_6"/>
          <p:cNvSpPr/>
          <p:nvPr/>
        </p:nvSpPr>
        <p:spPr>
          <a:xfrm>
            <a:off x="423775" y="210802"/>
            <a:ext cx="128443" cy="145630"/>
          </a:xfrm>
          <a:custGeom>
            <a:rect b="b" l="l" r="r" t="t"/>
            <a:pathLst>
              <a:path extrusionOk="0" h="322" w="284">
                <a:moveTo>
                  <a:pt x="253" y="302"/>
                </a:moveTo>
                <a:lnTo>
                  <a:pt x="253" y="302"/>
                </a:lnTo>
                <a:lnTo>
                  <a:pt x="239" y="310"/>
                </a:lnTo>
                <a:lnTo>
                  <a:pt x="222" y="316"/>
                </a:lnTo>
                <a:lnTo>
                  <a:pt x="200" y="320"/>
                </a:lnTo>
                <a:lnTo>
                  <a:pt x="175" y="322"/>
                </a:lnTo>
                <a:lnTo>
                  <a:pt x="0" y="322"/>
                </a:lnTo>
                <a:lnTo>
                  <a:pt x="0" y="0"/>
                </a:lnTo>
                <a:lnTo>
                  <a:pt x="163" y="0"/>
                </a:lnTo>
                <a:lnTo>
                  <a:pt x="163" y="0"/>
                </a:lnTo>
                <a:lnTo>
                  <a:pt x="189" y="0"/>
                </a:lnTo>
                <a:lnTo>
                  <a:pt x="189" y="0"/>
                </a:lnTo>
                <a:lnTo>
                  <a:pt x="200" y="2"/>
                </a:lnTo>
                <a:lnTo>
                  <a:pt x="200" y="2"/>
                </a:lnTo>
                <a:lnTo>
                  <a:pt x="206" y="4"/>
                </a:lnTo>
                <a:lnTo>
                  <a:pt x="206" y="4"/>
                </a:lnTo>
                <a:lnTo>
                  <a:pt x="228" y="8"/>
                </a:lnTo>
                <a:lnTo>
                  <a:pt x="249" y="16"/>
                </a:lnTo>
                <a:lnTo>
                  <a:pt x="249" y="16"/>
                </a:lnTo>
                <a:lnTo>
                  <a:pt x="259" y="22"/>
                </a:lnTo>
                <a:lnTo>
                  <a:pt x="266" y="30"/>
                </a:lnTo>
                <a:lnTo>
                  <a:pt x="272" y="39"/>
                </a:lnTo>
                <a:lnTo>
                  <a:pt x="276" y="51"/>
                </a:lnTo>
                <a:lnTo>
                  <a:pt x="280" y="71"/>
                </a:lnTo>
                <a:lnTo>
                  <a:pt x="282" y="96"/>
                </a:lnTo>
                <a:lnTo>
                  <a:pt x="282" y="96"/>
                </a:lnTo>
                <a:lnTo>
                  <a:pt x="282" y="106"/>
                </a:lnTo>
                <a:lnTo>
                  <a:pt x="278" y="113"/>
                </a:lnTo>
                <a:lnTo>
                  <a:pt x="274" y="121"/>
                </a:lnTo>
                <a:lnTo>
                  <a:pt x="268" y="131"/>
                </a:lnTo>
                <a:lnTo>
                  <a:pt x="268" y="131"/>
                </a:lnTo>
                <a:lnTo>
                  <a:pt x="255" y="147"/>
                </a:lnTo>
                <a:lnTo>
                  <a:pt x="235" y="160"/>
                </a:lnTo>
                <a:lnTo>
                  <a:pt x="235" y="160"/>
                </a:lnTo>
                <a:lnTo>
                  <a:pt x="245" y="166"/>
                </a:lnTo>
                <a:lnTo>
                  <a:pt x="255" y="174"/>
                </a:lnTo>
                <a:lnTo>
                  <a:pt x="263" y="180"/>
                </a:lnTo>
                <a:lnTo>
                  <a:pt x="270" y="189"/>
                </a:lnTo>
                <a:lnTo>
                  <a:pt x="270" y="189"/>
                </a:lnTo>
                <a:lnTo>
                  <a:pt x="276" y="199"/>
                </a:lnTo>
                <a:lnTo>
                  <a:pt x="280" y="211"/>
                </a:lnTo>
                <a:lnTo>
                  <a:pt x="282" y="226"/>
                </a:lnTo>
                <a:lnTo>
                  <a:pt x="284" y="244"/>
                </a:lnTo>
                <a:lnTo>
                  <a:pt x="284" y="244"/>
                </a:lnTo>
                <a:lnTo>
                  <a:pt x="282" y="261"/>
                </a:lnTo>
                <a:lnTo>
                  <a:pt x="276" y="277"/>
                </a:lnTo>
                <a:lnTo>
                  <a:pt x="266" y="291"/>
                </a:lnTo>
                <a:lnTo>
                  <a:pt x="253" y="302"/>
                </a:lnTo>
                <a:lnTo>
                  <a:pt x="253" y="302"/>
                </a:lnTo>
                <a:close/>
                <a:moveTo>
                  <a:pt x="198" y="67"/>
                </a:moveTo>
                <a:lnTo>
                  <a:pt x="198" y="67"/>
                </a:lnTo>
                <a:lnTo>
                  <a:pt x="191" y="63"/>
                </a:lnTo>
                <a:lnTo>
                  <a:pt x="183" y="61"/>
                </a:lnTo>
                <a:lnTo>
                  <a:pt x="175" y="59"/>
                </a:lnTo>
                <a:lnTo>
                  <a:pt x="165" y="57"/>
                </a:lnTo>
                <a:lnTo>
                  <a:pt x="66" y="57"/>
                </a:lnTo>
                <a:lnTo>
                  <a:pt x="66" y="133"/>
                </a:lnTo>
                <a:lnTo>
                  <a:pt x="165" y="133"/>
                </a:lnTo>
                <a:lnTo>
                  <a:pt x="165" y="133"/>
                </a:lnTo>
                <a:lnTo>
                  <a:pt x="183" y="129"/>
                </a:lnTo>
                <a:lnTo>
                  <a:pt x="191" y="127"/>
                </a:lnTo>
                <a:lnTo>
                  <a:pt x="196" y="123"/>
                </a:lnTo>
                <a:lnTo>
                  <a:pt x="196" y="123"/>
                </a:lnTo>
                <a:lnTo>
                  <a:pt x="202" y="119"/>
                </a:lnTo>
                <a:lnTo>
                  <a:pt x="206" y="113"/>
                </a:lnTo>
                <a:lnTo>
                  <a:pt x="208" y="106"/>
                </a:lnTo>
                <a:lnTo>
                  <a:pt x="210" y="96"/>
                </a:lnTo>
                <a:lnTo>
                  <a:pt x="210" y="96"/>
                </a:lnTo>
                <a:lnTo>
                  <a:pt x="208" y="86"/>
                </a:lnTo>
                <a:lnTo>
                  <a:pt x="206" y="78"/>
                </a:lnTo>
                <a:lnTo>
                  <a:pt x="202" y="73"/>
                </a:lnTo>
                <a:lnTo>
                  <a:pt x="198" y="67"/>
                </a:lnTo>
                <a:lnTo>
                  <a:pt x="198" y="67"/>
                </a:lnTo>
                <a:close/>
                <a:moveTo>
                  <a:pt x="198" y="197"/>
                </a:moveTo>
                <a:lnTo>
                  <a:pt x="198" y="197"/>
                </a:lnTo>
                <a:lnTo>
                  <a:pt x="194" y="195"/>
                </a:lnTo>
                <a:lnTo>
                  <a:pt x="185" y="193"/>
                </a:lnTo>
                <a:lnTo>
                  <a:pt x="159" y="191"/>
                </a:lnTo>
                <a:lnTo>
                  <a:pt x="120" y="189"/>
                </a:lnTo>
                <a:lnTo>
                  <a:pt x="66" y="189"/>
                </a:lnTo>
                <a:lnTo>
                  <a:pt x="66" y="265"/>
                </a:lnTo>
                <a:lnTo>
                  <a:pt x="165" y="265"/>
                </a:lnTo>
                <a:lnTo>
                  <a:pt x="165" y="265"/>
                </a:lnTo>
                <a:lnTo>
                  <a:pt x="183" y="263"/>
                </a:lnTo>
                <a:lnTo>
                  <a:pt x="191" y="260"/>
                </a:lnTo>
                <a:lnTo>
                  <a:pt x="198" y="258"/>
                </a:lnTo>
                <a:lnTo>
                  <a:pt x="198" y="258"/>
                </a:lnTo>
                <a:lnTo>
                  <a:pt x="204" y="252"/>
                </a:lnTo>
                <a:lnTo>
                  <a:pt x="208" y="246"/>
                </a:lnTo>
                <a:lnTo>
                  <a:pt x="210" y="238"/>
                </a:lnTo>
                <a:lnTo>
                  <a:pt x="210" y="228"/>
                </a:lnTo>
                <a:lnTo>
                  <a:pt x="210" y="228"/>
                </a:lnTo>
                <a:lnTo>
                  <a:pt x="210" y="219"/>
                </a:lnTo>
                <a:lnTo>
                  <a:pt x="208" y="211"/>
                </a:lnTo>
                <a:lnTo>
                  <a:pt x="204" y="203"/>
                </a:lnTo>
                <a:lnTo>
                  <a:pt x="198" y="197"/>
                </a:lnTo>
                <a:lnTo>
                  <a:pt x="198" y="19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7" name="Google Shape;1837;g34bee32ac2f_0_6"/>
          <p:cNvSpPr/>
          <p:nvPr/>
        </p:nvSpPr>
        <p:spPr>
          <a:xfrm>
            <a:off x="560811" y="210802"/>
            <a:ext cx="125279" cy="145630"/>
          </a:xfrm>
          <a:custGeom>
            <a:rect b="b" l="l" r="r" t="t"/>
            <a:pathLst>
              <a:path extrusionOk="0" h="322" w="277">
                <a:moveTo>
                  <a:pt x="174" y="57"/>
                </a:moveTo>
                <a:lnTo>
                  <a:pt x="174" y="322"/>
                </a:lnTo>
                <a:lnTo>
                  <a:pt x="104" y="322"/>
                </a:lnTo>
                <a:lnTo>
                  <a:pt x="104" y="57"/>
                </a:lnTo>
                <a:lnTo>
                  <a:pt x="0" y="57"/>
                </a:lnTo>
                <a:lnTo>
                  <a:pt x="0" y="0"/>
                </a:lnTo>
                <a:lnTo>
                  <a:pt x="277" y="0"/>
                </a:lnTo>
                <a:lnTo>
                  <a:pt x="277" y="57"/>
                </a:lnTo>
                <a:lnTo>
                  <a:pt x="174" y="5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8" name="Google Shape;1838;g34bee32ac2f_0_6"/>
          <p:cNvSpPr/>
          <p:nvPr/>
        </p:nvSpPr>
        <p:spPr>
          <a:xfrm>
            <a:off x="701014" y="210802"/>
            <a:ext cx="125279" cy="145630"/>
          </a:xfrm>
          <a:custGeom>
            <a:rect b="b" l="l" r="r" t="t"/>
            <a:pathLst>
              <a:path extrusionOk="0" h="322" w="277">
                <a:moveTo>
                  <a:pt x="189" y="322"/>
                </a:moveTo>
                <a:lnTo>
                  <a:pt x="68" y="162"/>
                </a:lnTo>
                <a:lnTo>
                  <a:pt x="68" y="322"/>
                </a:lnTo>
                <a:lnTo>
                  <a:pt x="0" y="322"/>
                </a:lnTo>
                <a:lnTo>
                  <a:pt x="0" y="0"/>
                </a:lnTo>
                <a:lnTo>
                  <a:pt x="68" y="0"/>
                </a:lnTo>
                <a:lnTo>
                  <a:pt x="68" y="154"/>
                </a:lnTo>
                <a:lnTo>
                  <a:pt x="195" y="0"/>
                </a:lnTo>
                <a:lnTo>
                  <a:pt x="275" y="0"/>
                </a:lnTo>
                <a:lnTo>
                  <a:pt x="146" y="158"/>
                </a:lnTo>
                <a:lnTo>
                  <a:pt x="277" y="322"/>
                </a:lnTo>
                <a:lnTo>
                  <a:pt x="189" y="32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9" name="Google Shape;1839;g34bee32ac2f_0_6"/>
          <p:cNvSpPr/>
          <p:nvPr/>
        </p:nvSpPr>
        <p:spPr>
          <a:xfrm>
            <a:off x="419252" y="377689"/>
            <a:ext cx="89097" cy="82765"/>
          </a:xfrm>
          <a:custGeom>
            <a:rect b="b" l="l" r="r" t="t"/>
            <a:pathLst>
              <a:path extrusionOk="0" h="183" w="197">
                <a:moveTo>
                  <a:pt x="154" y="183"/>
                </a:moveTo>
                <a:lnTo>
                  <a:pt x="136" y="140"/>
                </a:lnTo>
                <a:lnTo>
                  <a:pt x="56" y="140"/>
                </a:lnTo>
                <a:lnTo>
                  <a:pt x="41" y="183"/>
                </a:lnTo>
                <a:lnTo>
                  <a:pt x="0" y="183"/>
                </a:lnTo>
                <a:lnTo>
                  <a:pt x="78" y="0"/>
                </a:lnTo>
                <a:lnTo>
                  <a:pt x="117" y="0"/>
                </a:lnTo>
                <a:lnTo>
                  <a:pt x="197" y="183"/>
                </a:lnTo>
                <a:lnTo>
                  <a:pt x="154" y="183"/>
                </a:lnTo>
                <a:close/>
                <a:moveTo>
                  <a:pt x="95" y="37"/>
                </a:moveTo>
                <a:lnTo>
                  <a:pt x="68" y="107"/>
                </a:lnTo>
                <a:lnTo>
                  <a:pt x="125" y="107"/>
                </a:lnTo>
                <a:lnTo>
                  <a:pt x="95" y="3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0" name="Google Shape;1840;g34bee32ac2f_0_6"/>
          <p:cNvSpPr/>
          <p:nvPr/>
        </p:nvSpPr>
        <p:spPr>
          <a:xfrm>
            <a:off x="513323" y="377689"/>
            <a:ext cx="71459" cy="82765"/>
          </a:xfrm>
          <a:custGeom>
            <a:rect b="b" l="l" r="r" t="t"/>
            <a:pathLst>
              <a:path extrusionOk="0" h="183" w="158">
                <a:moveTo>
                  <a:pt x="109" y="183"/>
                </a:moveTo>
                <a:lnTo>
                  <a:pt x="39" y="93"/>
                </a:lnTo>
                <a:lnTo>
                  <a:pt x="39" y="183"/>
                </a:lnTo>
                <a:lnTo>
                  <a:pt x="0" y="183"/>
                </a:lnTo>
                <a:lnTo>
                  <a:pt x="0" y="0"/>
                </a:lnTo>
                <a:lnTo>
                  <a:pt x="39" y="0"/>
                </a:lnTo>
                <a:lnTo>
                  <a:pt x="39" y="89"/>
                </a:lnTo>
                <a:lnTo>
                  <a:pt x="111" y="0"/>
                </a:lnTo>
                <a:lnTo>
                  <a:pt x="158" y="0"/>
                </a:lnTo>
                <a:lnTo>
                  <a:pt x="84" y="89"/>
                </a:lnTo>
                <a:lnTo>
                  <a:pt x="158" y="183"/>
                </a:lnTo>
                <a:lnTo>
                  <a:pt x="109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1" name="Google Shape;1841;g34bee32ac2f_0_6"/>
          <p:cNvSpPr/>
          <p:nvPr/>
        </p:nvSpPr>
        <p:spPr>
          <a:xfrm>
            <a:off x="579354" y="377689"/>
            <a:ext cx="89097" cy="82765"/>
          </a:xfrm>
          <a:custGeom>
            <a:rect b="b" l="l" r="r" t="t"/>
            <a:pathLst>
              <a:path extrusionOk="0" h="183" w="197">
                <a:moveTo>
                  <a:pt x="154" y="183"/>
                </a:moveTo>
                <a:lnTo>
                  <a:pt x="137" y="140"/>
                </a:lnTo>
                <a:lnTo>
                  <a:pt x="59" y="140"/>
                </a:lnTo>
                <a:lnTo>
                  <a:pt x="41" y="183"/>
                </a:lnTo>
                <a:lnTo>
                  <a:pt x="0" y="183"/>
                </a:lnTo>
                <a:lnTo>
                  <a:pt x="78" y="0"/>
                </a:lnTo>
                <a:lnTo>
                  <a:pt x="119" y="0"/>
                </a:lnTo>
                <a:lnTo>
                  <a:pt x="197" y="183"/>
                </a:lnTo>
                <a:lnTo>
                  <a:pt x="154" y="183"/>
                </a:lnTo>
                <a:close/>
                <a:moveTo>
                  <a:pt x="98" y="37"/>
                </a:moveTo>
                <a:lnTo>
                  <a:pt x="70" y="107"/>
                </a:lnTo>
                <a:lnTo>
                  <a:pt x="125" y="107"/>
                </a:lnTo>
                <a:lnTo>
                  <a:pt x="98" y="3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2" name="Google Shape;1842;g34bee32ac2f_0_6"/>
          <p:cNvSpPr/>
          <p:nvPr/>
        </p:nvSpPr>
        <p:spPr>
          <a:xfrm>
            <a:off x="674783" y="377689"/>
            <a:ext cx="76433" cy="82765"/>
          </a:xfrm>
          <a:custGeom>
            <a:rect b="b" l="l" r="r" t="t"/>
            <a:pathLst>
              <a:path extrusionOk="0" h="183" w="169">
                <a:moveTo>
                  <a:pt x="169" y="85"/>
                </a:moveTo>
                <a:lnTo>
                  <a:pt x="169" y="91"/>
                </a:lnTo>
                <a:lnTo>
                  <a:pt x="169" y="95"/>
                </a:lnTo>
                <a:lnTo>
                  <a:pt x="169" y="99"/>
                </a:lnTo>
                <a:lnTo>
                  <a:pt x="169" y="101"/>
                </a:lnTo>
                <a:lnTo>
                  <a:pt x="169" y="101"/>
                </a:lnTo>
                <a:lnTo>
                  <a:pt x="169" y="111"/>
                </a:lnTo>
                <a:lnTo>
                  <a:pt x="169" y="111"/>
                </a:lnTo>
                <a:lnTo>
                  <a:pt x="167" y="116"/>
                </a:lnTo>
                <a:lnTo>
                  <a:pt x="167" y="116"/>
                </a:lnTo>
                <a:lnTo>
                  <a:pt x="167" y="124"/>
                </a:lnTo>
                <a:lnTo>
                  <a:pt x="167" y="124"/>
                </a:lnTo>
                <a:lnTo>
                  <a:pt x="165" y="132"/>
                </a:lnTo>
                <a:lnTo>
                  <a:pt x="165" y="132"/>
                </a:lnTo>
                <a:lnTo>
                  <a:pt x="165" y="134"/>
                </a:lnTo>
                <a:lnTo>
                  <a:pt x="165" y="134"/>
                </a:lnTo>
                <a:lnTo>
                  <a:pt x="165" y="138"/>
                </a:lnTo>
                <a:lnTo>
                  <a:pt x="165" y="138"/>
                </a:lnTo>
                <a:lnTo>
                  <a:pt x="161" y="142"/>
                </a:lnTo>
                <a:lnTo>
                  <a:pt x="161" y="142"/>
                </a:lnTo>
                <a:lnTo>
                  <a:pt x="157" y="152"/>
                </a:lnTo>
                <a:lnTo>
                  <a:pt x="150" y="161"/>
                </a:lnTo>
                <a:lnTo>
                  <a:pt x="150" y="161"/>
                </a:lnTo>
                <a:lnTo>
                  <a:pt x="134" y="173"/>
                </a:lnTo>
                <a:lnTo>
                  <a:pt x="118" y="179"/>
                </a:lnTo>
                <a:lnTo>
                  <a:pt x="118" y="179"/>
                </a:lnTo>
                <a:lnTo>
                  <a:pt x="103" y="183"/>
                </a:lnTo>
                <a:lnTo>
                  <a:pt x="83" y="183"/>
                </a:lnTo>
                <a:lnTo>
                  <a:pt x="0" y="183"/>
                </a:lnTo>
                <a:lnTo>
                  <a:pt x="0" y="0"/>
                </a:lnTo>
                <a:lnTo>
                  <a:pt x="83" y="0"/>
                </a:lnTo>
                <a:lnTo>
                  <a:pt x="83" y="0"/>
                </a:lnTo>
                <a:lnTo>
                  <a:pt x="103" y="2"/>
                </a:lnTo>
                <a:lnTo>
                  <a:pt x="122" y="7"/>
                </a:lnTo>
                <a:lnTo>
                  <a:pt x="138" y="15"/>
                </a:lnTo>
                <a:lnTo>
                  <a:pt x="150" y="25"/>
                </a:lnTo>
                <a:lnTo>
                  <a:pt x="150" y="25"/>
                </a:lnTo>
                <a:lnTo>
                  <a:pt x="157" y="37"/>
                </a:lnTo>
                <a:lnTo>
                  <a:pt x="165" y="50"/>
                </a:lnTo>
                <a:lnTo>
                  <a:pt x="167" y="64"/>
                </a:lnTo>
                <a:lnTo>
                  <a:pt x="169" y="77"/>
                </a:lnTo>
                <a:lnTo>
                  <a:pt x="169" y="85"/>
                </a:lnTo>
                <a:close/>
                <a:moveTo>
                  <a:pt x="126" y="89"/>
                </a:moveTo>
                <a:lnTo>
                  <a:pt x="126" y="89"/>
                </a:lnTo>
                <a:lnTo>
                  <a:pt x="126" y="79"/>
                </a:lnTo>
                <a:lnTo>
                  <a:pt x="126" y="79"/>
                </a:lnTo>
                <a:lnTo>
                  <a:pt x="126" y="70"/>
                </a:lnTo>
                <a:lnTo>
                  <a:pt x="126" y="70"/>
                </a:lnTo>
                <a:lnTo>
                  <a:pt x="122" y="58"/>
                </a:lnTo>
                <a:lnTo>
                  <a:pt x="118" y="48"/>
                </a:lnTo>
                <a:lnTo>
                  <a:pt x="118" y="48"/>
                </a:lnTo>
                <a:lnTo>
                  <a:pt x="113" y="40"/>
                </a:lnTo>
                <a:lnTo>
                  <a:pt x="103" y="35"/>
                </a:lnTo>
                <a:lnTo>
                  <a:pt x="93" y="33"/>
                </a:lnTo>
                <a:lnTo>
                  <a:pt x="81" y="33"/>
                </a:lnTo>
                <a:lnTo>
                  <a:pt x="37" y="33"/>
                </a:lnTo>
                <a:lnTo>
                  <a:pt x="37" y="152"/>
                </a:lnTo>
                <a:lnTo>
                  <a:pt x="81" y="152"/>
                </a:lnTo>
                <a:lnTo>
                  <a:pt x="93" y="152"/>
                </a:lnTo>
                <a:lnTo>
                  <a:pt x="97" y="152"/>
                </a:lnTo>
                <a:lnTo>
                  <a:pt x="101" y="150"/>
                </a:lnTo>
                <a:lnTo>
                  <a:pt x="101" y="150"/>
                </a:lnTo>
                <a:lnTo>
                  <a:pt x="111" y="146"/>
                </a:lnTo>
                <a:lnTo>
                  <a:pt x="118" y="138"/>
                </a:lnTo>
                <a:lnTo>
                  <a:pt x="122" y="128"/>
                </a:lnTo>
                <a:lnTo>
                  <a:pt x="122" y="128"/>
                </a:lnTo>
                <a:lnTo>
                  <a:pt x="124" y="126"/>
                </a:lnTo>
                <a:lnTo>
                  <a:pt x="124" y="126"/>
                </a:lnTo>
                <a:lnTo>
                  <a:pt x="124" y="120"/>
                </a:lnTo>
                <a:lnTo>
                  <a:pt x="124" y="120"/>
                </a:lnTo>
                <a:lnTo>
                  <a:pt x="126" y="111"/>
                </a:lnTo>
                <a:lnTo>
                  <a:pt x="126" y="111"/>
                </a:lnTo>
                <a:lnTo>
                  <a:pt x="126" y="101"/>
                </a:lnTo>
                <a:lnTo>
                  <a:pt x="126" y="99"/>
                </a:lnTo>
                <a:lnTo>
                  <a:pt x="126" y="93"/>
                </a:lnTo>
                <a:lnTo>
                  <a:pt x="126" y="8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3" name="Google Shape;1843;g34bee32ac2f_0_6"/>
          <p:cNvSpPr/>
          <p:nvPr/>
        </p:nvSpPr>
        <p:spPr>
          <a:xfrm>
            <a:off x="757547" y="377689"/>
            <a:ext cx="68745" cy="82765"/>
          </a:xfrm>
          <a:custGeom>
            <a:rect b="b" l="l" r="r" t="t"/>
            <a:pathLst>
              <a:path extrusionOk="0" h="183" w="152">
                <a:moveTo>
                  <a:pt x="85" y="183"/>
                </a:moveTo>
                <a:lnTo>
                  <a:pt x="70" y="183"/>
                </a:lnTo>
                <a:lnTo>
                  <a:pt x="64" y="183"/>
                </a:lnTo>
                <a:lnTo>
                  <a:pt x="64" y="183"/>
                </a:lnTo>
                <a:lnTo>
                  <a:pt x="58" y="183"/>
                </a:lnTo>
                <a:lnTo>
                  <a:pt x="58" y="183"/>
                </a:lnTo>
                <a:lnTo>
                  <a:pt x="56" y="181"/>
                </a:lnTo>
                <a:lnTo>
                  <a:pt x="56" y="181"/>
                </a:lnTo>
                <a:lnTo>
                  <a:pt x="54" y="181"/>
                </a:lnTo>
                <a:lnTo>
                  <a:pt x="54" y="181"/>
                </a:lnTo>
                <a:lnTo>
                  <a:pt x="43" y="177"/>
                </a:lnTo>
                <a:lnTo>
                  <a:pt x="31" y="169"/>
                </a:lnTo>
                <a:lnTo>
                  <a:pt x="21" y="159"/>
                </a:lnTo>
                <a:lnTo>
                  <a:pt x="13" y="148"/>
                </a:lnTo>
                <a:lnTo>
                  <a:pt x="13" y="148"/>
                </a:lnTo>
                <a:lnTo>
                  <a:pt x="8" y="138"/>
                </a:lnTo>
                <a:lnTo>
                  <a:pt x="4" y="126"/>
                </a:lnTo>
                <a:lnTo>
                  <a:pt x="4" y="126"/>
                </a:lnTo>
                <a:lnTo>
                  <a:pt x="2" y="114"/>
                </a:lnTo>
                <a:lnTo>
                  <a:pt x="0" y="101"/>
                </a:lnTo>
                <a:lnTo>
                  <a:pt x="0" y="101"/>
                </a:lnTo>
                <a:lnTo>
                  <a:pt x="2" y="77"/>
                </a:lnTo>
                <a:lnTo>
                  <a:pt x="4" y="58"/>
                </a:lnTo>
                <a:lnTo>
                  <a:pt x="4" y="58"/>
                </a:lnTo>
                <a:lnTo>
                  <a:pt x="9" y="42"/>
                </a:lnTo>
                <a:lnTo>
                  <a:pt x="19" y="27"/>
                </a:lnTo>
                <a:lnTo>
                  <a:pt x="19" y="27"/>
                </a:lnTo>
                <a:lnTo>
                  <a:pt x="25" y="21"/>
                </a:lnTo>
                <a:lnTo>
                  <a:pt x="31" y="15"/>
                </a:lnTo>
                <a:lnTo>
                  <a:pt x="39" y="11"/>
                </a:lnTo>
                <a:lnTo>
                  <a:pt x="46" y="7"/>
                </a:lnTo>
                <a:lnTo>
                  <a:pt x="46" y="7"/>
                </a:lnTo>
                <a:lnTo>
                  <a:pt x="66" y="2"/>
                </a:lnTo>
                <a:lnTo>
                  <a:pt x="66" y="2"/>
                </a:lnTo>
                <a:lnTo>
                  <a:pt x="93" y="2"/>
                </a:lnTo>
                <a:lnTo>
                  <a:pt x="152" y="0"/>
                </a:lnTo>
                <a:lnTo>
                  <a:pt x="152" y="33"/>
                </a:lnTo>
                <a:lnTo>
                  <a:pt x="87" y="33"/>
                </a:lnTo>
                <a:lnTo>
                  <a:pt x="87" y="33"/>
                </a:lnTo>
                <a:lnTo>
                  <a:pt x="78" y="33"/>
                </a:lnTo>
                <a:lnTo>
                  <a:pt x="68" y="35"/>
                </a:lnTo>
                <a:lnTo>
                  <a:pt x="62" y="39"/>
                </a:lnTo>
                <a:lnTo>
                  <a:pt x="54" y="42"/>
                </a:lnTo>
                <a:lnTo>
                  <a:pt x="50" y="48"/>
                </a:lnTo>
                <a:lnTo>
                  <a:pt x="46" y="56"/>
                </a:lnTo>
                <a:lnTo>
                  <a:pt x="45" y="66"/>
                </a:lnTo>
                <a:lnTo>
                  <a:pt x="45" y="76"/>
                </a:lnTo>
                <a:lnTo>
                  <a:pt x="152" y="76"/>
                </a:lnTo>
                <a:lnTo>
                  <a:pt x="152" y="107"/>
                </a:lnTo>
                <a:lnTo>
                  <a:pt x="45" y="107"/>
                </a:lnTo>
                <a:lnTo>
                  <a:pt x="45" y="107"/>
                </a:lnTo>
                <a:lnTo>
                  <a:pt x="46" y="126"/>
                </a:lnTo>
                <a:lnTo>
                  <a:pt x="46" y="126"/>
                </a:lnTo>
                <a:lnTo>
                  <a:pt x="48" y="132"/>
                </a:lnTo>
                <a:lnTo>
                  <a:pt x="48" y="132"/>
                </a:lnTo>
                <a:lnTo>
                  <a:pt x="52" y="140"/>
                </a:lnTo>
                <a:lnTo>
                  <a:pt x="60" y="146"/>
                </a:lnTo>
                <a:lnTo>
                  <a:pt x="60" y="146"/>
                </a:lnTo>
                <a:lnTo>
                  <a:pt x="68" y="150"/>
                </a:lnTo>
                <a:lnTo>
                  <a:pt x="68" y="150"/>
                </a:lnTo>
                <a:lnTo>
                  <a:pt x="78" y="152"/>
                </a:lnTo>
                <a:lnTo>
                  <a:pt x="152" y="152"/>
                </a:lnTo>
                <a:lnTo>
                  <a:pt x="152" y="183"/>
                </a:lnTo>
                <a:lnTo>
                  <a:pt x="85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4" name="Google Shape;1844;g34bee32ac2f_0_6"/>
          <p:cNvSpPr/>
          <p:nvPr/>
        </p:nvSpPr>
        <p:spPr>
          <a:xfrm>
            <a:off x="576867" y="-45811"/>
            <a:ext cx="93168" cy="82765"/>
          </a:xfrm>
          <a:custGeom>
            <a:rect b="b" l="l" r="r" t="t"/>
            <a:pathLst>
              <a:path extrusionOk="0" h="183" w="206">
                <a:moveTo>
                  <a:pt x="167" y="183"/>
                </a:moveTo>
                <a:lnTo>
                  <a:pt x="171" y="40"/>
                </a:lnTo>
                <a:lnTo>
                  <a:pt x="124" y="183"/>
                </a:lnTo>
                <a:lnTo>
                  <a:pt x="84" y="183"/>
                </a:lnTo>
                <a:lnTo>
                  <a:pt x="35" y="40"/>
                </a:lnTo>
                <a:lnTo>
                  <a:pt x="39" y="183"/>
                </a:lnTo>
                <a:lnTo>
                  <a:pt x="0" y="183"/>
                </a:lnTo>
                <a:lnTo>
                  <a:pt x="0" y="0"/>
                </a:lnTo>
                <a:lnTo>
                  <a:pt x="56" y="0"/>
                </a:lnTo>
                <a:lnTo>
                  <a:pt x="103" y="142"/>
                </a:lnTo>
                <a:lnTo>
                  <a:pt x="150" y="0"/>
                </a:lnTo>
                <a:lnTo>
                  <a:pt x="206" y="0"/>
                </a:lnTo>
                <a:lnTo>
                  <a:pt x="206" y="183"/>
                </a:lnTo>
                <a:lnTo>
                  <a:pt x="167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5" name="Google Shape;1845;g34bee32ac2f_0_6"/>
          <p:cNvSpPr/>
          <p:nvPr/>
        </p:nvSpPr>
        <p:spPr>
          <a:xfrm>
            <a:off x="951118" y="351005"/>
            <a:ext cx="18543" cy="109448"/>
          </a:xfrm>
          <a:custGeom>
            <a:rect b="b" l="l" r="r" t="t"/>
            <a:pathLst>
              <a:path extrusionOk="0" h="242" w="41">
                <a:moveTo>
                  <a:pt x="0" y="37"/>
                </a:moveTo>
                <a:lnTo>
                  <a:pt x="0" y="0"/>
                </a:lnTo>
                <a:lnTo>
                  <a:pt x="41" y="0"/>
                </a:lnTo>
                <a:lnTo>
                  <a:pt x="41" y="37"/>
                </a:lnTo>
                <a:lnTo>
                  <a:pt x="0" y="37"/>
                </a:lnTo>
                <a:close/>
                <a:moveTo>
                  <a:pt x="0" y="242"/>
                </a:moveTo>
                <a:lnTo>
                  <a:pt x="0" y="59"/>
                </a:lnTo>
                <a:lnTo>
                  <a:pt x="41" y="59"/>
                </a:lnTo>
                <a:lnTo>
                  <a:pt x="41" y="242"/>
                </a:lnTo>
                <a:lnTo>
                  <a:pt x="0" y="24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6" name="Google Shape;1846;g34bee32ac2f_0_6"/>
          <p:cNvSpPr txBox="1"/>
          <p:nvPr/>
        </p:nvSpPr>
        <p:spPr>
          <a:xfrm>
            <a:off x="-9377" y="6"/>
            <a:ext cx="1602600" cy="2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3950" lIns="67925" spcFirstLastPara="1" rIns="67925" wrap="square" tIns="3395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State Nedir?</a:t>
            </a:r>
            <a:endParaRPr b="1" sz="12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7" name="Google Shape;1847;g34bee32ac2f_0_6"/>
          <p:cNvSpPr txBox="1"/>
          <p:nvPr/>
        </p:nvSpPr>
        <p:spPr>
          <a:xfrm>
            <a:off x="4448159" y="2024769"/>
            <a:ext cx="3107700" cy="284100"/>
          </a:xfrm>
          <a:prstGeom prst="rect">
            <a:avLst/>
          </a:prstGeom>
          <a:noFill/>
          <a:ln>
            <a:noFill/>
          </a:ln>
        </p:spPr>
        <p:txBody>
          <a:bodyPr anchorCtr="0" anchor="t" bIns="33950" lIns="67925" spcFirstLastPara="1" rIns="67925" wrap="square" tIns="3395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State component’ in hafızasıdır.</a:t>
            </a:r>
            <a:endParaRPr b="1"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8" name="Google Shape;1848;g34bee32ac2f_0_6"/>
          <p:cNvSpPr/>
          <p:nvPr/>
        </p:nvSpPr>
        <p:spPr>
          <a:xfrm>
            <a:off x="4040493" y="2017419"/>
            <a:ext cx="332700" cy="338700"/>
          </a:xfrm>
          <a:prstGeom prst="ellipse">
            <a:avLst/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9" name="Google Shape;1849;g34bee32ac2f_0_6"/>
          <p:cNvSpPr/>
          <p:nvPr/>
        </p:nvSpPr>
        <p:spPr>
          <a:xfrm>
            <a:off x="1529288" y="1436919"/>
            <a:ext cx="1962900" cy="25383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0" name="Google Shape;1850;g34bee32ac2f_0_6"/>
          <p:cNvSpPr/>
          <p:nvPr/>
        </p:nvSpPr>
        <p:spPr>
          <a:xfrm>
            <a:off x="1659450" y="1551444"/>
            <a:ext cx="1702500" cy="11481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 b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1" name="Google Shape;1851;g34bee32ac2f_0_6"/>
          <p:cNvSpPr txBox="1"/>
          <p:nvPr/>
        </p:nvSpPr>
        <p:spPr>
          <a:xfrm>
            <a:off x="268641" y="2470888"/>
            <a:ext cx="1096200" cy="299400"/>
          </a:xfrm>
          <a:prstGeom prst="rect">
            <a:avLst/>
          </a:prstGeom>
          <a:noFill/>
          <a:ln>
            <a:noFill/>
          </a:ln>
        </p:spPr>
        <p:txBody>
          <a:bodyPr anchorCtr="0" anchor="t" bIns="33950" lIns="67925" spcFirstLastPara="1" rIns="67925" wrap="square" tIns="3395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Component</a:t>
            </a:r>
            <a:endParaRPr b="1" sz="15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2" name="Google Shape;1852;g34bee32ac2f_0_6"/>
          <p:cNvSpPr/>
          <p:nvPr/>
        </p:nvSpPr>
        <p:spPr>
          <a:xfrm>
            <a:off x="1659450" y="2862313"/>
            <a:ext cx="1702500" cy="4020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Logic</a:t>
            </a:r>
            <a:endParaRPr sz="1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3" name="Google Shape;1853;g34bee32ac2f_0_6"/>
          <p:cNvSpPr/>
          <p:nvPr/>
        </p:nvSpPr>
        <p:spPr>
          <a:xfrm>
            <a:off x="1659450" y="3427100"/>
            <a:ext cx="1702500" cy="4020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View</a:t>
            </a:r>
            <a:endParaRPr sz="1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4" name="Google Shape;1854;g34bee32ac2f_0_6"/>
          <p:cNvSpPr/>
          <p:nvPr/>
        </p:nvSpPr>
        <p:spPr>
          <a:xfrm>
            <a:off x="1962638" y="1862600"/>
            <a:ext cx="1222500" cy="2994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Props</a:t>
            </a:r>
            <a:endParaRPr sz="1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5" name="Google Shape;1855;g34bee32ac2f_0_6"/>
          <p:cNvSpPr/>
          <p:nvPr/>
        </p:nvSpPr>
        <p:spPr>
          <a:xfrm>
            <a:off x="1962638" y="2239944"/>
            <a:ext cx="1222500" cy="2994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State</a:t>
            </a:r>
            <a:endParaRPr sz="1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6" name="Google Shape;1856;g34bee32ac2f_0_6"/>
          <p:cNvSpPr txBox="1"/>
          <p:nvPr/>
        </p:nvSpPr>
        <p:spPr>
          <a:xfrm>
            <a:off x="1904250" y="993388"/>
            <a:ext cx="1457700" cy="2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33950" lIns="67925" spcFirstLastPara="1" rIns="67925" wrap="square" tIns="3395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3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Parent Component</a:t>
            </a:r>
            <a:endParaRPr b="1" sz="13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7" name="Google Shape;1857;g34bee32ac2f_0_6"/>
          <p:cNvSpPr/>
          <p:nvPr/>
        </p:nvSpPr>
        <p:spPr>
          <a:xfrm>
            <a:off x="2458875" y="1342728"/>
            <a:ext cx="230100" cy="2994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8" name="Google Shape;1858;g34bee32ac2f_0_6"/>
          <p:cNvSpPr txBox="1"/>
          <p:nvPr/>
        </p:nvSpPr>
        <p:spPr>
          <a:xfrm>
            <a:off x="4448155" y="2544069"/>
            <a:ext cx="4824900" cy="284100"/>
          </a:xfrm>
          <a:prstGeom prst="rect">
            <a:avLst/>
          </a:prstGeom>
          <a:noFill/>
          <a:ln>
            <a:noFill/>
          </a:ln>
        </p:spPr>
        <p:txBody>
          <a:bodyPr anchorCtr="0" anchor="t" bIns="33950" lIns="67925" spcFirstLastPara="1" rIns="67925" wrap="square" tIns="3395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State güncellediğinde component tekrar render edilir.</a:t>
            </a:r>
            <a:endParaRPr b="1"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9" name="Google Shape;1859;g34bee32ac2f_0_6"/>
          <p:cNvSpPr/>
          <p:nvPr/>
        </p:nvSpPr>
        <p:spPr>
          <a:xfrm>
            <a:off x="4040493" y="2536719"/>
            <a:ext cx="332700" cy="338700"/>
          </a:xfrm>
          <a:prstGeom prst="ellipse">
            <a:avLst/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0" name="Google Shape;1860;g34bee32ac2f_0_6"/>
          <p:cNvSpPr txBox="1"/>
          <p:nvPr/>
        </p:nvSpPr>
        <p:spPr>
          <a:xfrm>
            <a:off x="4448155" y="3063369"/>
            <a:ext cx="4824900" cy="284100"/>
          </a:xfrm>
          <a:prstGeom prst="rect">
            <a:avLst/>
          </a:prstGeom>
          <a:noFill/>
          <a:ln>
            <a:noFill/>
          </a:ln>
        </p:spPr>
        <p:txBody>
          <a:bodyPr anchorCtr="0" anchor="t" bIns="33950" lIns="67925" spcFirstLastPara="1" rIns="67925" wrap="square" tIns="3395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Local değişkenler korunur.</a:t>
            </a:r>
            <a:endParaRPr b="1"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1" name="Google Shape;1861;g34bee32ac2f_0_6"/>
          <p:cNvSpPr/>
          <p:nvPr/>
        </p:nvSpPr>
        <p:spPr>
          <a:xfrm>
            <a:off x="4040493" y="3056019"/>
            <a:ext cx="332700" cy="338700"/>
          </a:xfrm>
          <a:prstGeom prst="ellipse">
            <a:avLst/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2" name="Google Shape;1862;g34bee32ac2f_0_6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7" name="Shape 1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8" name="Google Shape;1868;g34bee32ac2f_0_60"/>
          <p:cNvSpPr/>
          <p:nvPr/>
        </p:nvSpPr>
        <p:spPr>
          <a:xfrm>
            <a:off x="294878" y="287688"/>
            <a:ext cx="60152" cy="63317"/>
          </a:xfrm>
          <a:custGeom>
            <a:rect b="b" l="l" r="r" t="t"/>
            <a:pathLst>
              <a:path extrusionOk="0" h="140" w="133">
                <a:moveTo>
                  <a:pt x="133" y="72"/>
                </a:moveTo>
                <a:lnTo>
                  <a:pt x="84" y="54"/>
                </a:lnTo>
                <a:lnTo>
                  <a:pt x="86" y="0"/>
                </a:lnTo>
                <a:lnTo>
                  <a:pt x="53" y="43"/>
                </a:lnTo>
                <a:lnTo>
                  <a:pt x="4" y="23"/>
                </a:lnTo>
                <a:lnTo>
                  <a:pt x="33" y="68"/>
                </a:lnTo>
                <a:lnTo>
                  <a:pt x="0" y="109"/>
                </a:lnTo>
                <a:lnTo>
                  <a:pt x="51" y="95"/>
                </a:lnTo>
                <a:lnTo>
                  <a:pt x="80" y="140"/>
                </a:lnTo>
                <a:lnTo>
                  <a:pt x="82" y="86"/>
                </a:lnTo>
                <a:lnTo>
                  <a:pt x="133" y="7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9" name="Google Shape;1869;g34bee32ac2f_0_60"/>
          <p:cNvSpPr/>
          <p:nvPr/>
        </p:nvSpPr>
        <p:spPr>
          <a:xfrm>
            <a:off x="297592" y="202209"/>
            <a:ext cx="19448" cy="92715"/>
          </a:xfrm>
          <a:custGeom>
            <a:rect b="b" l="l" r="r" t="t"/>
            <a:pathLst>
              <a:path extrusionOk="0" h="205" w="43">
                <a:moveTo>
                  <a:pt x="43" y="0"/>
                </a:moveTo>
                <a:lnTo>
                  <a:pt x="0" y="45"/>
                </a:lnTo>
                <a:lnTo>
                  <a:pt x="0" y="205"/>
                </a:lnTo>
                <a:lnTo>
                  <a:pt x="43" y="164"/>
                </a:lnTo>
                <a:lnTo>
                  <a:pt x="43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0" name="Google Shape;1870;g34bee32ac2f_0_60"/>
          <p:cNvSpPr/>
          <p:nvPr/>
        </p:nvSpPr>
        <p:spPr>
          <a:xfrm>
            <a:off x="212114" y="148390"/>
            <a:ext cx="19448" cy="194927"/>
          </a:xfrm>
          <a:custGeom>
            <a:rect b="b" l="l" r="r" t="t"/>
            <a:pathLst>
              <a:path extrusionOk="0" h="431" w="43">
                <a:moveTo>
                  <a:pt x="0" y="0"/>
                </a:moveTo>
                <a:lnTo>
                  <a:pt x="43" y="47"/>
                </a:lnTo>
                <a:lnTo>
                  <a:pt x="43" y="431"/>
                </a:lnTo>
                <a:lnTo>
                  <a:pt x="0" y="390"/>
                </a:lnTo>
                <a:lnTo>
                  <a:pt x="0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1" name="Google Shape;1871;g34bee32ac2f_0_60"/>
          <p:cNvSpPr/>
          <p:nvPr/>
        </p:nvSpPr>
        <p:spPr>
          <a:xfrm>
            <a:off x="239701" y="171455"/>
            <a:ext cx="19448" cy="265933"/>
          </a:xfrm>
          <a:custGeom>
            <a:rect b="b" l="l" r="r" t="t"/>
            <a:pathLst>
              <a:path extrusionOk="0" h="588" w="43">
                <a:moveTo>
                  <a:pt x="43" y="43"/>
                </a:moveTo>
                <a:lnTo>
                  <a:pt x="0" y="0"/>
                </a:lnTo>
                <a:lnTo>
                  <a:pt x="0" y="23"/>
                </a:lnTo>
                <a:lnTo>
                  <a:pt x="0" y="23"/>
                </a:lnTo>
                <a:lnTo>
                  <a:pt x="0" y="261"/>
                </a:lnTo>
                <a:lnTo>
                  <a:pt x="0" y="261"/>
                </a:lnTo>
                <a:lnTo>
                  <a:pt x="0" y="284"/>
                </a:lnTo>
                <a:lnTo>
                  <a:pt x="0" y="417"/>
                </a:lnTo>
                <a:lnTo>
                  <a:pt x="0" y="442"/>
                </a:lnTo>
                <a:lnTo>
                  <a:pt x="0" y="442"/>
                </a:lnTo>
                <a:lnTo>
                  <a:pt x="0" y="442"/>
                </a:lnTo>
                <a:lnTo>
                  <a:pt x="0" y="461"/>
                </a:lnTo>
                <a:lnTo>
                  <a:pt x="0" y="461"/>
                </a:lnTo>
                <a:lnTo>
                  <a:pt x="0" y="467"/>
                </a:lnTo>
                <a:lnTo>
                  <a:pt x="0" y="487"/>
                </a:lnTo>
                <a:lnTo>
                  <a:pt x="0" y="487"/>
                </a:lnTo>
                <a:lnTo>
                  <a:pt x="2" y="500"/>
                </a:lnTo>
                <a:lnTo>
                  <a:pt x="4" y="516"/>
                </a:lnTo>
                <a:lnTo>
                  <a:pt x="7" y="530"/>
                </a:lnTo>
                <a:lnTo>
                  <a:pt x="13" y="541"/>
                </a:lnTo>
                <a:lnTo>
                  <a:pt x="19" y="555"/>
                </a:lnTo>
                <a:lnTo>
                  <a:pt x="25" y="567"/>
                </a:lnTo>
                <a:lnTo>
                  <a:pt x="33" y="578"/>
                </a:lnTo>
                <a:lnTo>
                  <a:pt x="43" y="588"/>
                </a:lnTo>
                <a:lnTo>
                  <a:pt x="43" y="4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2" name="Google Shape;1872;g34bee32ac2f_0_60"/>
          <p:cNvSpPr/>
          <p:nvPr/>
        </p:nvSpPr>
        <p:spPr>
          <a:xfrm>
            <a:off x="268647" y="201305"/>
            <a:ext cx="19448" cy="255531"/>
          </a:xfrm>
          <a:custGeom>
            <a:rect b="b" l="l" r="r" t="t"/>
            <a:pathLst>
              <a:path extrusionOk="0" h="565" w="43">
                <a:moveTo>
                  <a:pt x="43" y="329"/>
                </a:moveTo>
                <a:lnTo>
                  <a:pt x="43" y="329"/>
                </a:lnTo>
                <a:lnTo>
                  <a:pt x="43" y="232"/>
                </a:lnTo>
                <a:lnTo>
                  <a:pt x="43" y="208"/>
                </a:lnTo>
                <a:lnTo>
                  <a:pt x="43" y="208"/>
                </a:lnTo>
                <a:lnTo>
                  <a:pt x="43" y="43"/>
                </a:lnTo>
                <a:lnTo>
                  <a:pt x="0" y="0"/>
                </a:lnTo>
                <a:lnTo>
                  <a:pt x="0" y="542"/>
                </a:lnTo>
                <a:lnTo>
                  <a:pt x="0" y="542"/>
                </a:lnTo>
                <a:lnTo>
                  <a:pt x="19" y="555"/>
                </a:lnTo>
                <a:lnTo>
                  <a:pt x="41" y="565"/>
                </a:lnTo>
                <a:lnTo>
                  <a:pt x="41" y="565"/>
                </a:lnTo>
                <a:lnTo>
                  <a:pt x="43" y="565"/>
                </a:lnTo>
                <a:lnTo>
                  <a:pt x="43" y="32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3" name="Google Shape;1873;g34bee32ac2f_0_60"/>
          <p:cNvSpPr/>
          <p:nvPr/>
        </p:nvSpPr>
        <p:spPr>
          <a:xfrm>
            <a:off x="298496" y="332462"/>
            <a:ext cx="82765" cy="129801"/>
          </a:xfrm>
          <a:custGeom>
            <a:rect b="b" l="l" r="r" t="t"/>
            <a:pathLst>
              <a:path extrusionOk="0" h="287" w="183">
                <a:moveTo>
                  <a:pt x="181" y="109"/>
                </a:moveTo>
                <a:lnTo>
                  <a:pt x="181" y="109"/>
                </a:lnTo>
                <a:lnTo>
                  <a:pt x="175" y="90"/>
                </a:lnTo>
                <a:lnTo>
                  <a:pt x="170" y="72"/>
                </a:lnTo>
                <a:lnTo>
                  <a:pt x="160" y="57"/>
                </a:lnTo>
                <a:lnTo>
                  <a:pt x="148" y="41"/>
                </a:lnTo>
                <a:lnTo>
                  <a:pt x="135" y="28"/>
                </a:lnTo>
                <a:lnTo>
                  <a:pt x="121" y="16"/>
                </a:lnTo>
                <a:lnTo>
                  <a:pt x="105" y="6"/>
                </a:lnTo>
                <a:lnTo>
                  <a:pt x="88" y="0"/>
                </a:lnTo>
                <a:lnTo>
                  <a:pt x="88" y="0"/>
                </a:lnTo>
                <a:lnTo>
                  <a:pt x="103" y="10"/>
                </a:lnTo>
                <a:lnTo>
                  <a:pt x="103" y="10"/>
                </a:lnTo>
                <a:lnTo>
                  <a:pt x="113" y="22"/>
                </a:lnTo>
                <a:lnTo>
                  <a:pt x="123" y="35"/>
                </a:lnTo>
                <a:lnTo>
                  <a:pt x="129" y="51"/>
                </a:lnTo>
                <a:lnTo>
                  <a:pt x="131" y="68"/>
                </a:lnTo>
                <a:lnTo>
                  <a:pt x="131" y="68"/>
                </a:lnTo>
                <a:lnTo>
                  <a:pt x="129" y="86"/>
                </a:lnTo>
                <a:lnTo>
                  <a:pt x="123" y="100"/>
                </a:lnTo>
                <a:lnTo>
                  <a:pt x="117" y="113"/>
                </a:lnTo>
                <a:lnTo>
                  <a:pt x="107" y="125"/>
                </a:lnTo>
                <a:lnTo>
                  <a:pt x="96" y="137"/>
                </a:lnTo>
                <a:lnTo>
                  <a:pt x="82" y="142"/>
                </a:lnTo>
                <a:lnTo>
                  <a:pt x="66" y="148"/>
                </a:lnTo>
                <a:lnTo>
                  <a:pt x="51" y="150"/>
                </a:lnTo>
                <a:lnTo>
                  <a:pt x="51" y="150"/>
                </a:lnTo>
                <a:lnTo>
                  <a:pt x="35" y="148"/>
                </a:lnTo>
                <a:lnTo>
                  <a:pt x="22" y="144"/>
                </a:lnTo>
                <a:lnTo>
                  <a:pt x="10" y="139"/>
                </a:lnTo>
                <a:lnTo>
                  <a:pt x="0" y="129"/>
                </a:lnTo>
                <a:lnTo>
                  <a:pt x="0" y="283"/>
                </a:lnTo>
                <a:lnTo>
                  <a:pt x="0" y="283"/>
                </a:lnTo>
                <a:lnTo>
                  <a:pt x="16" y="285"/>
                </a:lnTo>
                <a:lnTo>
                  <a:pt x="31" y="287"/>
                </a:lnTo>
                <a:lnTo>
                  <a:pt x="49" y="287"/>
                </a:lnTo>
                <a:lnTo>
                  <a:pt x="64" y="285"/>
                </a:lnTo>
                <a:lnTo>
                  <a:pt x="64" y="285"/>
                </a:lnTo>
                <a:lnTo>
                  <a:pt x="82" y="279"/>
                </a:lnTo>
                <a:lnTo>
                  <a:pt x="99" y="273"/>
                </a:lnTo>
                <a:lnTo>
                  <a:pt x="115" y="263"/>
                </a:lnTo>
                <a:lnTo>
                  <a:pt x="129" y="253"/>
                </a:lnTo>
                <a:lnTo>
                  <a:pt x="142" y="242"/>
                </a:lnTo>
                <a:lnTo>
                  <a:pt x="152" y="230"/>
                </a:lnTo>
                <a:lnTo>
                  <a:pt x="162" y="216"/>
                </a:lnTo>
                <a:lnTo>
                  <a:pt x="170" y="201"/>
                </a:lnTo>
                <a:lnTo>
                  <a:pt x="170" y="201"/>
                </a:lnTo>
                <a:lnTo>
                  <a:pt x="172" y="197"/>
                </a:lnTo>
                <a:lnTo>
                  <a:pt x="172" y="197"/>
                </a:lnTo>
                <a:lnTo>
                  <a:pt x="172" y="197"/>
                </a:lnTo>
                <a:lnTo>
                  <a:pt x="179" y="176"/>
                </a:lnTo>
                <a:lnTo>
                  <a:pt x="183" y="154"/>
                </a:lnTo>
                <a:lnTo>
                  <a:pt x="183" y="131"/>
                </a:lnTo>
                <a:lnTo>
                  <a:pt x="181" y="109"/>
                </a:lnTo>
                <a:lnTo>
                  <a:pt x="181" y="10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4" name="Google Shape;1874;g34bee32ac2f_0_60"/>
          <p:cNvSpPr/>
          <p:nvPr/>
        </p:nvSpPr>
        <p:spPr>
          <a:xfrm>
            <a:off x="423775" y="210802"/>
            <a:ext cx="128443" cy="145630"/>
          </a:xfrm>
          <a:custGeom>
            <a:rect b="b" l="l" r="r" t="t"/>
            <a:pathLst>
              <a:path extrusionOk="0" h="322" w="284">
                <a:moveTo>
                  <a:pt x="253" y="302"/>
                </a:moveTo>
                <a:lnTo>
                  <a:pt x="253" y="302"/>
                </a:lnTo>
                <a:lnTo>
                  <a:pt x="239" y="310"/>
                </a:lnTo>
                <a:lnTo>
                  <a:pt x="222" y="316"/>
                </a:lnTo>
                <a:lnTo>
                  <a:pt x="200" y="320"/>
                </a:lnTo>
                <a:lnTo>
                  <a:pt x="175" y="322"/>
                </a:lnTo>
                <a:lnTo>
                  <a:pt x="0" y="322"/>
                </a:lnTo>
                <a:lnTo>
                  <a:pt x="0" y="0"/>
                </a:lnTo>
                <a:lnTo>
                  <a:pt x="163" y="0"/>
                </a:lnTo>
                <a:lnTo>
                  <a:pt x="163" y="0"/>
                </a:lnTo>
                <a:lnTo>
                  <a:pt x="189" y="0"/>
                </a:lnTo>
                <a:lnTo>
                  <a:pt x="189" y="0"/>
                </a:lnTo>
                <a:lnTo>
                  <a:pt x="200" y="2"/>
                </a:lnTo>
                <a:lnTo>
                  <a:pt x="200" y="2"/>
                </a:lnTo>
                <a:lnTo>
                  <a:pt x="206" y="4"/>
                </a:lnTo>
                <a:lnTo>
                  <a:pt x="206" y="4"/>
                </a:lnTo>
                <a:lnTo>
                  <a:pt x="228" y="8"/>
                </a:lnTo>
                <a:lnTo>
                  <a:pt x="249" y="16"/>
                </a:lnTo>
                <a:lnTo>
                  <a:pt x="249" y="16"/>
                </a:lnTo>
                <a:lnTo>
                  <a:pt x="259" y="22"/>
                </a:lnTo>
                <a:lnTo>
                  <a:pt x="266" y="30"/>
                </a:lnTo>
                <a:lnTo>
                  <a:pt x="272" y="39"/>
                </a:lnTo>
                <a:lnTo>
                  <a:pt x="276" y="51"/>
                </a:lnTo>
                <a:lnTo>
                  <a:pt x="280" y="71"/>
                </a:lnTo>
                <a:lnTo>
                  <a:pt x="282" y="96"/>
                </a:lnTo>
                <a:lnTo>
                  <a:pt x="282" y="96"/>
                </a:lnTo>
                <a:lnTo>
                  <a:pt x="282" y="106"/>
                </a:lnTo>
                <a:lnTo>
                  <a:pt x="278" y="113"/>
                </a:lnTo>
                <a:lnTo>
                  <a:pt x="274" y="121"/>
                </a:lnTo>
                <a:lnTo>
                  <a:pt x="268" y="131"/>
                </a:lnTo>
                <a:lnTo>
                  <a:pt x="268" y="131"/>
                </a:lnTo>
                <a:lnTo>
                  <a:pt x="255" y="147"/>
                </a:lnTo>
                <a:lnTo>
                  <a:pt x="235" y="160"/>
                </a:lnTo>
                <a:lnTo>
                  <a:pt x="235" y="160"/>
                </a:lnTo>
                <a:lnTo>
                  <a:pt x="245" y="166"/>
                </a:lnTo>
                <a:lnTo>
                  <a:pt x="255" y="174"/>
                </a:lnTo>
                <a:lnTo>
                  <a:pt x="263" y="180"/>
                </a:lnTo>
                <a:lnTo>
                  <a:pt x="270" y="189"/>
                </a:lnTo>
                <a:lnTo>
                  <a:pt x="270" y="189"/>
                </a:lnTo>
                <a:lnTo>
                  <a:pt x="276" y="199"/>
                </a:lnTo>
                <a:lnTo>
                  <a:pt x="280" y="211"/>
                </a:lnTo>
                <a:lnTo>
                  <a:pt x="282" y="226"/>
                </a:lnTo>
                <a:lnTo>
                  <a:pt x="284" y="244"/>
                </a:lnTo>
                <a:lnTo>
                  <a:pt x="284" y="244"/>
                </a:lnTo>
                <a:lnTo>
                  <a:pt x="282" y="261"/>
                </a:lnTo>
                <a:lnTo>
                  <a:pt x="276" y="277"/>
                </a:lnTo>
                <a:lnTo>
                  <a:pt x="266" y="291"/>
                </a:lnTo>
                <a:lnTo>
                  <a:pt x="253" y="302"/>
                </a:lnTo>
                <a:lnTo>
                  <a:pt x="253" y="302"/>
                </a:lnTo>
                <a:close/>
                <a:moveTo>
                  <a:pt x="198" y="67"/>
                </a:moveTo>
                <a:lnTo>
                  <a:pt x="198" y="67"/>
                </a:lnTo>
                <a:lnTo>
                  <a:pt x="191" y="63"/>
                </a:lnTo>
                <a:lnTo>
                  <a:pt x="183" y="61"/>
                </a:lnTo>
                <a:lnTo>
                  <a:pt x="175" y="59"/>
                </a:lnTo>
                <a:lnTo>
                  <a:pt x="165" y="57"/>
                </a:lnTo>
                <a:lnTo>
                  <a:pt x="66" y="57"/>
                </a:lnTo>
                <a:lnTo>
                  <a:pt x="66" y="133"/>
                </a:lnTo>
                <a:lnTo>
                  <a:pt x="165" y="133"/>
                </a:lnTo>
                <a:lnTo>
                  <a:pt x="165" y="133"/>
                </a:lnTo>
                <a:lnTo>
                  <a:pt x="183" y="129"/>
                </a:lnTo>
                <a:lnTo>
                  <a:pt x="191" y="127"/>
                </a:lnTo>
                <a:lnTo>
                  <a:pt x="196" y="123"/>
                </a:lnTo>
                <a:lnTo>
                  <a:pt x="196" y="123"/>
                </a:lnTo>
                <a:lnTo>
                  <a:pt x="202" y="119"/>
                </a:lnTo>
                <a:lnTo>
                  <a:pt x="206" y="113"/>
                </a:lnTo>
                <a:lnTo>
                  <a:pt x="208" y="106"/>
                </a:lnTo>
                <a:lnTo>
                  <a:pt x="210" y="96"/>
                </a:lnTo>
                <a:lnTo>
                  <a:pt x="210" y="96"/>
                </a:lnTo>
                <a:lnTo>
                  <a:pt x="208" y="86"/>
                </a:lnTo>
                <a:lnTo>
                  <a:pt x="206" y="78"/>
                </a:lnTo>
                <a:lnTo>
                  <a:pt x="202" y="73"/>
                </a:lnTo>
                <a:lnTo>
                  <a:pt x="198" y="67"/>
                </a:lnTo>
                <a:lnTo>
                  <a:pt x="198" y="67"/>
                </a:lnTo>
                <a:close/>
                <a:moveTo>
                  <a:pt x="198" y="197"/>
                </a:moveTo>
                <a:lnTo>
                  <a:pt x="198" y="197"/>
                </a:lnTo>
                <a:lnTo>
                  <a:pt x="194" y="195"/>
                </a:lnTo>
                <a:lnTo>
                  <a:pt x="185" y="193"/>
                </a:lnTo>
                <a:lnTo>
                  <a:pt x="159" y="191"/>
                </a:lnTo>
                <a:lnTo>
                  <a:pt x="120" y="189"/>
                </a:lnTo>
                <a:lnTo>
                  <a:pt x="66" y="189"/>
                </a:lnTo>
                <a:lnTo>
                  <a:pt x="66" y="265"/>
                </a:lnTo>
                <a:lnTo>
                  <a:pt x="165" y="265"/>
                </a:lnTo>
                <a:lnTo>
                  <a:pt x="165" y="265"/>
                </a:lnTo>
                <a:lnTo>
                  <a:pt x="183" y="263"/>
                </a:lnTo>
                <a:lnTo>
                  <a:pt x="191" y="260"/>
                </a:lnTo>
                <a:lnTo>
                  <a:pt x="198" y="258"/>
                </a:lnTo>
                <a:lnTo>
                  <a:pt x="198" y="258"/>
                </a:lnTo>
                <a:lnTo>
                  <a:pt x="204" y="252"/>
                </a:lnTo>
                <a:lnTo>
                  <a:pt x="208" y="246"/>
                </a:lnTo>
                <a:lnTo>
                  <a:pt x="210" y="238"/>
                </a:lnTo>
                <a:lnTo>
                  <a:pt x="210" y="228"/>
                </a:lnTo>
                <a:lnTo>
                  <a:pt x="210" y="228"/>
                </a:lnTo>
                <a:lnTo>
                  <a:pt x="210" y="219"/>
                </a:lnTo>
                <a:lnTo>
                  <a:pt x="208" y="211"/>
                </a:lnTo>
                <a:lnTo>
                  <a:pt x="204" y="203"/>
                </a:lnTo>
                <a:lnTo>
                  <a:pt x="198" y="197"/>
                </a:lnTo>
                <a:lnTo>
                  <a:pt x="198" y="19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5" name="Google Shape;1875;g34bee32ac2f_0_60"/>
          <p:cNvSpPr/>
          <p:nvPr/>
        </p:nvSpPr>
        <p:spPr>
          <a:xfrm>
            <a:off x="560811" y="210802"/>
            <a:ext cx="125279" cy="145630"/>
          </a:xfrm>
          <a:custGeom>
            <a:rect b="b" l="l" r="r" t="t"/>
            <a:pathLst>
              <a:path extrusionOk="0" h="322" w="277">
                <a:moveTo>
                  <a:pt x="174" y="57"/>
                </a:moveTo>
                <a:lnTo>
                  <a:pt x="174" y="322"/>
                </a:lnTo>
                <a:lnTo>
                  <a:pt x="104" y="322"/>
                </a:lnTo>
                <a:lnTo>
                  <a:pt x="104" y="57"/>
                </a:lnTo>
                <a:lnTo>
                  <a:pt x="0" y="57"/>
                </a:lnTo>
                <a:lnTo>
                  <a:pt x="0" y="0"/>
                </a:lnTo>
                <a:lnTo>
                  <a:pt x="277" y="0"/>
                </a:lnTo>
                <a:lnTo>
                  <a:pt x="277" y="57"/>
                </a:lnTo>
                <a:lnTo>
                  <a:pt x="174" y="5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6" name="Google Shape;1876;g34bee32ac2f_0_60"/>
          <p:cNvSpPr/>
          <p:nvPr/>
        </p:nvSpPr>
        <p:spPr>
          <a:xfrm>
            <a:off x="701014" y="210802"/>
            <a:ext cx="125279" cy="145630"/>
          </a:xfrm>
          <a:custGeom>
            <a:rect b="b" l="l" r="r" t="t"/>
            <a:pathLst>
              <a:path extrusionOk="0" h="322" w="277">
                <a:moveTo>
                  <a:pt x="189" y="322"/>
                </a:moveTo>
                <a:lnTo>
                  <a:pt x="68" y="162"/>
                </a:lnTo>
                <a:lnTo>
                  <a:pt x="68" y="322"/>
                </a:lnTo>
                <a:lnTo>
                  <a:pt x="0" y="322"/>
                </a:lnTo>
                <a:lnTo>
                  <a:pt x="0" y="0"/>
                </a:lnTo>
                <a:lnTo>
                  <a:pt x="68" y="0"/>
                </a:lnTo>
                <a:lnTo>
                  <a:pt x="68" y="154"/>
                </a:lnTo>
                <a:lnTo>
                  <a:pt x="195" y="0"/>
                </a:lnTo>
                <a:lnTo>
                  <a:pt x="275" y="0"/>
                </a:lnTo>
                <a:lnTo>
                  <a:pt x="146" y="158"/>
                </a:lnTo>
                <a:lnTo>
                  <a:pt x="277" y="322"/>
                </a:lnTo>
                <a:lnTo>
                  <a:pt x="189" y="32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7" name="Google Shape;1877;g34bee32ac2f_0_60"/>
          <p:cNvSpPr/>
          <p:nvPr/>
        </p:nvSpPr>
        <p:spPr>
          <a:xfrm>
            <a:off x="419252" y="377689"/>
            <a:ext cx="89097" cy="82765"/>
          </a:xfrm>
          <a:custGeom>
            <a:rect b="b" l="l" r="r" t="t"/>
            <a:pathLst>
              <a:path extrusionOk="0" h="183" w="197">
                <a:moveTo>
                  <a:pt x="154" y="183"/>
                </a:moveTo>
                <a:lnTo>
                  <a:pt x="136" y="140"/>
                </a:lnTo>
                <a:lnTo>
                  <a:pt x="56" y="140"/>
                </a:lnTo>
                <a:lnTo>
                  <a:pt x="41" y="183"/>
                </a:lnTo>
                <a:lnTo>
                  <a:pt x="0" y="183"/>
                </a:lnTo>
                <a:lnTo>
                  <a:pt x="78" y="0"/>
                </a:lnTo>
                <a:lnTo>
                  <a:pt x="117" y="0"/>
                </a:lnTo>
                <a:lnTo>
                  <a:pt x="197" y="183"/>
                </a:lnTo>
                <a:lnTo>
                  <a:pt x="154" y="183"/>
                </a:lnTo>
                <a:close/>
                <a:moveTo>
                  <a:pt x="95" y="37"/>
                </a:moveTo>
                <a:lnTo>
                  <a:pt x="68" y="107"/>
                </a:lnTo>
                <a:lnTo>
                  <a:pt x="125" y="107"/>
                </a:lnTo>
                <a:lnTo>
                  <a:pt x="95" y="3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8" name="Google Shape;1878;g34bee32ac2f_0_60"/>
          <p:cNvSpPr/>
          <p:nvPr/>
        </p:nvSpPr>
        <p:spPr>
          <a:xfrm>
            <a:off x="513323" y="377689"/>
            <a:ext cx="71459" cy="82765"/>
          </a:xfrm>
          <a:custGeom>
            <a:rect b="b" l="l" r="r" t="t"/>
            <a:pathLst>
              <a:path extrusionOk="0" h="183" w="158">
                <a:moveTo>
                  <a:pt x="109" y="183"/>
                </a:moveTo>
                <a:lnTo>
                  <a:pt x="39" y="93"/>
                </a:lnTo>
                <a:lnTo>
                  <a:pt x="39" y="183"/>
                </a:lnTo>
                <a:lnTo>
                  <a:pt x="0" y="183"/>
                </a:lnTo>
                <a:lnTo>
                  <a:pt x="0" y="0"/>
                </a:lnTo>
                <a:lnTo>
                  <a:pt x="39" y="0"/>
                </a:lnTo>
                <a:lnTo>
                  <a:pt x="39" y="89"/>
                </a:lnTo>
                <a:lnTo>
                  <a:pt x="111" y="0"/>
                </a:lnTo>
                <a:lnTo>
                  <a:pt x="158" y="0"/>
                </a:lnTo>
                <a:lnTo>
                  <a:pt x="84" y="89"/>
                </a:lnTo>
                <a:lnTo>
                  <a:pt x="158" y="183"/>
                </a:lnTo>
                <a:lnTo>
                  <a:pt x="109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9" name="Google Shape;1879;g34bee32ac2f_0_60"/>
          <p:cNvSpPr/>
          <p:nvPr/>
        </p:nvSpPr>
        <p:spPr>
          <a:xfrm>
            <a:off x="579354" y="377689"/>
            <a:ext cx="89097" cy="82765"/>
          </a:xfrm>
          <a:custGeom>
            <a:rect b="b" l="l" r="r" t="t"/>
            <a:pathLst>
              <a:path extrusionOk="0" h="183" w="197">
                <a:moveTo>
                  <a:pt x="154" y="183"/>
                </a:moveTo>
                <a:lnTo>
                  <a:pt x="137" y="140"/>
                </a:lnTo>
                <a:lnTo>
                  <a:pt x="59" y="140"/>
                </a:lnTo>
                <a:lnTo>
                  <a:pt x="41" y="183"/>
                </a:lnTo>
                <a:lnTo>
                  <a:pt x="0" y="183"/>
                </a:lnTo>
                <a:lnTo>
                  <a:pt x="78" y="0"/>
                </a:lnTo>
                <a:lnTo>
                  <a:pt x="119" y="0"/>
                </a:lnTo>
                <a:lnTo>
                  <a:pt x="197" y="183"/>
                </a:lnTo>
                <a:lnTo>
                  <a:pt x="154" y="183"/>
                </a:lnTo>
                <a:close/>
                <a:moveTo>
                  <a:pt x="98" y="37"/>
                </a:moveTo>
                <a:lnTo>
                  <a:pt x="70" y="107"/>
                </a:lnTo>
                <a:lnTo>
                  <a:pt x="125" y="107"/>
                </a:lnTo>
                <a:lnTo>
                  <a:pt x="98" y="3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0" name="Google Shape;1880;g34bee32ac2f_0_60"/>
          <p:cNvSpPr/>
          <p:nvPr/>
        </p:nvSpPr>
        <p:spPr>
          <a:xfrm>
            <a:off x="674783" y="377689"/>
            <a:ext cx="76433" cy="82765"/>
          </a:xfrm>
          <a:custGeom>
            <a:rect b="b" l="l" r="r" t="t"/>
            <a:pathLst>
              <a:path extrusionOk="0" h="183" w="169">
                <a:moveTo>
                  <a:pt x="169" y="85"/>
                </a:moveTo>
                <a:lnTo>
                  <a:pt x="169" y="91"/>
                </a:lnTo>
                <a:lnTo>
                  <a:pt x="169" y="95"/>
                </a:lnTo>
                <a:lnTo>
                  <a:pt x="169" y="99"/>
                </a:lnTo>
                <a:lnTo>
                  <a:pt x="169" y="101"/>
                </a:lnTo>
                <a:lnTo>
                  <a:pt x="169" y="101"/>
                </a:lnTo>
                <a:lnTo>
                  <a:pt x="169" y="111"/>
                </a:lnTo>
                <a:lnTo>
                  <a:pt x="169" y="111"/>
                </a:lnTo>
                <a:lnTo>
                  <a:pt x="167" y="116"/>
                </a:lnTo>
                <a:lnTo>
                  <a:pt x="167" y="116"/>
                </a:lnTo>
                <a:lnTo>
                  <a:pt x="167" y="124"/>
                </a:lnTo>
                <a:lnTo>
                  <a:pt x="167" y="124"/>
                </a:lnTo>
                <a:lnTo>
                  <a:pt x="165" y="132"/>
                </a:lnTo>
                <a:lnTo>
                  <a:pt x="165" y="132"/>
                </a:lnTo>
                <a:lnTo>
                  <a:pt x="165" y="134"/>
                </a:lnTo>
                <a:lnTo>
                  <a:pt x="165" y="134"/>
                </a:lnTo>
                <a:lnTo>
                  <a:pt x="165" y="138"/>
                </a:lnTo>
                <a:lnTo>
                  <a:pt x="165" y="138"/>
                </a:lnTo>
                <a:lnTo>
                  <a:pt x="161" y="142"/>
                </a:lnTo>
                <a:lnTo>
                  <a:pt x="161" y="142"/>
                </a:lnTo>
                <a:lnTo>
                  <a:pt x="157" y="152"/>
                </a:lnTo>
                <a:lnTo>
                  <a:pt x="150" y="161"/>
                </a:lnTo>
                <a:lnTo>
                  <a:pt x="150" y="161"/>
                </a:lnTo>
                <a:lnTo>
                  <a:pt x="134" y="173"/>
                </a:lnTo>
                <a:lnTo>
                  <a:pt x="118" y="179"/>
                </a:lnTo>
                <a:lnTo>
                  <a:pt x="118" y="179"/>
                </a:lnTo>
                <a:lnTo>
                  <a:pt x="103" y="183"/>
                </a:lnTo>
                <a:lnTo>
                  <a:pt x="83" y="183"/>
                </a:lnTo>
                <a:lnTo>
                  <a:pt x="0" y="183"/>
                </a:lnTo>
                <a:lnTo>
                  <a:pt x="0" y="0"/>
                </a:lnTo>
                <a:lnTo>
                  <a:pt x="83" y="0"/>
                </a:lnTo>
                <a:lnTo>
                  <a:pt x="83" y="0"/>
                </a:lnTo>
                <a:lnTo>
                  <a:pt x="103" y="2"/>
                </a:lnTo>
                <a:lnTo>
                  <a:pt x="122" y="7"/>
                </a:lnTo>
                <a:lnTo>
                  <a:pt x="138" y="15"/>
                </a:lnTo>
                <a:lnTo>
                  <a:pt x="150" y="25"/>
                </a:lnTo>
                <a:lnTo>
                  <a:pt x="150" y="25"/>
                </a:lnTo>
                <a:lnTo>
                  <a:pt x="157" y="37"/>
                </a:lnTo>
                <a:lnTo>
                  <a:pt x="165" y="50"/>
                </a:lnTo>
                <a:lnTo>
                  <a:pt x="167" y="64"/>
                </a:lnTo>
                <a:lnTo>
                  <a:pt x="169" y="77"/>
                </a:lnTo>
                <a:lnTo>
                  <a:pt x="169" y="85"/>
                </a:lnTo>
                <a:close/>
                <a:moveTo>
                  <a:pt x="126" y="89"/>
                </a:moveTo>
                <a:lnTo>
                  <a:pt x="126" y="89"/>
                </a:lnTo>
                <a:lnTo>
                  <a:pt x="126" y="79"/>
                </a:lnTo>
                <a:lnTo>
                  <a:pt x="126" y="79"/>
                </a:lnTo>
                <a:lnTo>
                  <a:pt x="126" y="70"/>
                </a:lnTo>
                <a:lnTo>
                  <a:pt x="126" y="70"/>
                </a:lnTo>
                <a:lnTo>
                  <a:pt x="122" y="58"/>
                </a:lnTo>
                <a:lnTo>
                  <a:pt x="118" y="48"/>
                </a:lnTo>
                <a:lnTo>
                  <a:pt x="118" y="48"/>
                </a:lnTo>
                <a:lnTo>
                  <a:pt x="113" y="40"/>
                </a:lnTo>
                <a:lnTo>
                  <a:pt x="103" y="35"/>
                </a:lnTo>
                <a:lnTo>
                  <a:pt x="93" y="33"/>
                </a:lnTo>
                <a:lnTo>
                  <a:pt x="81" y="33"/>
                </a:lnTo>
                <a:lnTo>
                  <a:pt x="37" y="33"/>
                </a:lnTo>
                <a:lnTo>
                  <a:pt x="37" y="152"/>
                </a:lnTo>
                <a:lnTo>
                  <a:pt x="81" y="152"/>
                </a:lnTo>
                <a:lnTo>
                  <a:pt x="93" y="152"/>
                </a:lnTo>
                <a:lnTo>
                  <a:pt x="97" y="152"/>
                </a:lnTo>
                <a:lnTo>
                  <a:pt x="101" y="150"/>
                </a:lnTo>
                <a:lnTo>
                  <a:pt x="101" y="150"/>
                </a:lnTo>
                <a:lnTo>
                  <a:pt x="111" y="146"/>
                </a:lnTo>
                <a:lnTo>
                  <a:pt x="118" y="138"/>
                </a:lnTo>
                <a:lnTo>
                  <a:pt x="122" y="128"/>
                </a:lnTo>
                <a:lnTo>
                  <a:pt x="122" y="128"/>
                </a:lnTo>
                <a:lnTo>
                  <a:pt x="124" y="126"/>
                </a:lnTo>
                <a:lnTo>
                  <a:pt x="124" y="126"/>
                </a:lnTo>
                <a:lnTo>
                  <a:pt x="124" y="120"/>
                </a:lnTo>
                <a:lnTo>
                  <a:pt x="124" y="120"/>
                </a:lnTo>
                <a:lnTo>
                  <a:pt x="126" y="111"/>
                </a:lnTo>
                <a:lnTo>
                  <a:pt x="126" y="111"/>
                </a:lnTo>
                <a:lnTo>
                  <a:pt x="126" y="101"/>
                </a:lnTo>
                <a:lnTo>
                  <a:pt x="126" y="99"/>
                </a:lnTo>
                <a:lnTo>
                  <a:pt x="126" y="93"/>
                </a:lnTo>
                <a:lnTo>
                  <a:pt x="126" y="8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1" name="Google Shape;1881;g34bee32ac2f_0_60"/>
          <p:cNvSpPr/>
          <p:nvPr/>
        </p:nvSpPr>
        <p:spPr>
          <a:xfrm>
            <a:off x="757547" y="377689"/>
            <a:ext cx="68745" cy="82765"/>
          </a:xfrm>
          <a:custGeom>
            <a:rect b="b" l="l" r="r" t="t"/>
            <a:pathLst>
              <a:path extrusionOk="0" h="183" w="152">
                <a:moveTo>
                  <a:pt x="85" y="183"/>
                </a:moveTo>
                <a:lnTo>
                  <a:pt x="70" y="183"/>
                </a:lnTo>
                <a:lnTo>
                  <a:pt x="64" y="183"/>
                </a:lnTo>
                <a:lnTo>
                  <a:pt x="64" y="183"/>
                </a:lnTo>
                <a:lnTo>
                  <a:pt x="58" y="183"/>
                </a:lnTo>
                <a:lnTo>
                  <a:pt x="58" y="183"/>
                </a:lnTo>
                <a:lnTo>
                  <a:pt x="56" y="181"/>
                </a:lnTo>
                <a:lnTo>
                  <a:pt x="56" y="181"/>
                </a:lnTo>
                <a:lnTo>
                  <a:pt x="54" y="181"/>
                </a:lnTo>
                <a:lnTo>
                  <a:pt x="54" y="181"/>
                </a:lnTo>
                <a:lnTo>
                  <a:pt x="43" y="177"/>
                </a:lnTo>
                <a:lnTo>
                  <a:pt x="31" y="169"/>
                </a:lnTo>
                <a:lnTo>
                  <a:pt x="21" y="159"/>
                </a:lnTo>
                <a:lnTo>
                  <a:pt x="13" y="148"/>
                </a:lnTo>
                <a:lnTo>
                  <a:pt x="13" y="148"/>
                </a:lnTo>
                <a:lnTo>
                  <a:pt x="8" y="138"/>
                </a:lnTo>
                <a:lnTo>
                  <a:pt x="4" y="126"/>
                </a:lnTo>
                <a:lnTo>
                  <a:pt x="4" y="126"/>
                </a:lnTo>
                <a:lnTo>
                  <a:pt x="2" y="114"/>
                </a:lnTo>
                <a:lnTo>
                  <a:pt x="0" y="101"/>
                </a:lnTo>
                <a:lnTo>
                  <a:pt x="0" y="101"/>
                </a:lnTo>
                <a:lnTo>
                  <a:pt x="2" y="77"/>
                </a:lnTo>
                <a:lnTo>
                  <a:pt x="4" y="58"/>
                </a:lnTo>
                <a:lnTo>
                  <a:pt x="4" y="58"/>
                </a:lnTo>
                <a:lnTo>
                  <a:pt x="9" y="42"/>
                </a:lnTo>
                <a:lnTo>
                  <a:pt x="19" y="27"/>
                </a:lnTo>
                <a:lnTo>
                  <a:pt x="19" y="27"/>
                </a:lnTo>
                <a:lnTo>
                  <a:pt x="25" y="21"/>
                </a:lnTo>
                <a:lnTo>
                  <a:pt x="31" y="15"/>
                </a:lnTo>
                <a:lnTo>
                  <a:pt x="39" y="11"/>
                </a:lnTo>
                <a:lnTo>
                  <a:pt x="46" y="7"/>
                </a:lnTo>
                <a:lnTo>
                  <a:pt x="46" y="7"/>
                </a:lnTo>
                <a:lnTo>
                  <a:pt x="66" y="2"/>
                </a:lnTo>
                <a:lnTo>
                  <a:pt x="66" y="2"/>
                </a:lnTo>
                <a:lnTo>
                  <a:pt x="93" y="2"/>
                </a:lnTo>
                <a:lnTo>
                  <a:pt x="152" y="0"/>
                </a:lnTo>
                <a:lnTo>
                  <a:pt x="152" y="33"/>
                </a:lnTo>
                <a:lnTo>
                  <a:pt x="87" y="33"/>
                </a:lnTo>
                <a:lnTo>
                  <a:pt x="87" y="33"/>
                </a:lnTo>
                <a:lnTo>
                  <a:pt x="78" y="33"/>
                </a:lnTo>
                <a:lnTo>
                  <a:pt x="68" y="35"/>
                </a:lnTo>
                <a:lnTo>
                  <a:pt x="62" y="39"/>
                </a:lnTo>
                <a:lnTo>
                  <a:pt x="54" y="42"/>
                </a:lnTo>
                <a:lnTo>
                  <a:pt x="50" y="48"/>
                </a:lnTo>
                <a:lnTo>
                  <a:pt x="46" y="56"/>
                </a:lnTo>
                <a:lnTo>
                  <a:pt x="45" y="66"/>
                </a:lnTo>
                <a:lnTo>
                  <a:pt x="45" y="76"/>
                </a:lnTo>
                <a:lnTo>
                  <a:pt x="152" y="76"/>
                </a:lnTo>
                <a:lnTo>
                  <a:pt x="152" y="107"/>
                </a:lnTo>
                <a:lnTo>
                  <a:pt x="45" y="107"/>
                </a:lnTo>
                <a:lnTo>
                  <a:pt x="45" y="107"/>
                </a:lnTo>
                <a:lnTo>
                  <a:pt x="46" y="126"/>
                </a:lnTo>
                <a:lnTo>
                  <a:pt x="46" y="126"/>
                </a:lnTo>
                <a:lnTo>
                  <a:pt x="48" y="132"/>
                </a:lnTo>
                <a:lnTo>
                  <a:pt x="48" y="132"/>
                </a:lnTo>
                <a:lnTo>
                  <a:pt x="52" y="140"/>
                </a:lnTo>
                <a:lnTo>
                  <a:pt x="60" y="146"/>
                </a:lnTo>
                <a:lnTo>
                  <a:pt x="60" y="146"/>
                </a:lnTo>
                <a:lnTo>
                  <a:pt x="68" y="150"/>
                </a:lnTo>
                <a:lnTo>
                  <a:pt x="68" y="150"/>
                </a:lnTo>
                <a:lnTo>
                  <a:pt x="78" y="152"/>
                </a:lnTo>
                <a:lnTo>
                  <a:pt x="152" y="152"/>
                </a:lnTo>
                <a:lnTo>
                  <a:pt x="152" y="183"/>
                </a:lnTo>
                <a:lnTo>
                  <a:pt x="85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2" name="Google Shape;1882;g34bee32ac2f_0_60"/>
          <p:cNvSpPr/>
          <p:nvPr/>
        </p:nvSpPr>
        <p:spPr>
          <a:xfrm>
            <a:off x="841217" y="377689"/>
            <a:ext cx="93168" cy="82765"/>
          </a:xfrm>
          <a:custGeom>
            <a:rect b="b" l="l" r="r" t="t"/>
            <a:pathLst>
              <a:path extrusionOk="0" h="183" w="206">
                <a:moveTo>
                  <a:pt x="167" y="183"/>
                </a:moveTo>
                <a:lnTo>
                  <a:pt x="171" y="40"/>
                </a:lnTo>
                <a:lnTo>
                  <a:pt x="124" y="183"/>
                </a:lnTo>
                <a:lnTo>
                  <a:pt x="84" y="183"/>
                </a:lnTo>
                <a:lnTo>
                  <a:pt x="35" y="40"/>
                </a:lnTo>
                <a:lnTo>
                  <a:pt x="39" y="183"/>
                </a:lnTo>
                <a:lnTo>
                  <a:pt x="0" y="183"/>
                </a:lnTo>
                <a:lnTo>
                  <a:pt x="0" y="0"/>
                </a:lnTo>
                <a:lnTo>
                  <a:pt x="56" y="0"/>
                </a:lnTo>
                <a:lnTo>
                  <a:pt x="103" y="142"/>
                </a:lnTo>
                <a:lnTo>
                  <a:pt x="150" y="0"/>
                </a:lnTo>
                <a:lnTo>
                  <a:pt x="206" y="0"/>
                </a:lnTo>
                <a:lnTo>
                  <a:pt x="206" y="183"/>
                </a:lnTo>
                <a:lnTo>
                  <a:pt x="167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3" name="Google Shape;1883;g34bee32ac2f_0_60"/>
          <p:cNvSpPr/>
          <p:nvPr/>
        </p:nvSpPr>
        <p:spPr>
          <a:xfrm>
            <a:off x="951118" y="351005"/>
            <a:ext cx="18543" cy="109448"/>
          </a:xfrm>
          <a:custGeom>
            <a:rect b="b" l="l" r="r" t="t"/>
            <a:pathLst>
              <a:path extrusionOk="0" h="242" w="41">
                <a:moveTo>
                  <a:pt x="0" y="37"/>
                </a:moveTo>
                <a:lnTo>
                  <a:pt x="0" y="0"/>
                </a:lnTo>
                <a:lnTo>
                  <a:pt x="41" y="0"/>
                </a:lnTo>
                <a:lnTo>
                  <a:pt x="41" y="37"/>
                </a:lnTo>
                <a:lnTo>
                  <a:pt x="0" y="37"/>
                </a:lnTo>
                <a:close/>
                <a:moveTo>
                  <a:pt x="0" y="242"/>
                </a:moveTo>
                <a:lnTo>
                  <a:pt x="0" y="59"/>
                </a:lnTo>
                <a:lnTo>
                  <a:pt x="41" y="59"/>
                </a:lnTo>
                <a:lnTo>
                  <a:pt x="41" y="242"/>
                </a:lnTo>
                <a:lnTo>
                  <a:pt x="0" y="24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4" name="Google Shape;1884;g34bee32ac2f_0_60"/>
          <p:cNvSpPr txBox="1"/>
          <p:nvPr/>
        </p:nvSpPr>
        <p:spPr>
          <a:xfrm>
            <a:off x="1353888" y="854406"/>
            <a:ext cx="2778300" cy="36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3950" lIns="67925" spcFirstLastPara="1" rIns="67925" wrap="square" tIns="3395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9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State Yöntemleri</a:t>
            </a:r>
            <a:endParaRPr b="1" sz="19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5" name="Google Shape;1885;g34bee32ac2f_0_60"/>
          <p:cNvSpPr txBox="1"/>
          <p:nvPr/>
        </p:nvSpPr>
        <p:spPr>
          <a:xfrm>
            <a:off x="2299353" y="1478875"/>
            <a:ext cx="3107700" cy="284100"/>
          </a:xfrm>
          <a:prstGeom prst="rect">
            <a:avLst/>
          </a:prstGeom>
          <a:noFill/>
          <a:ln>
            <a:noFill/>
          </a:ln>
        </p:spPr>
        <p:txBody>
          <a:bodyPr anchorCtr="0" anchor="t" bIns="33950" lIns="67925" spcFirstLastPara="1" rIns="67925" wrap="square" tIns="3395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useState()</a:t>
            </a:r>
            <a:endParaRPr b="1"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6" name="Google Shape;1886;g34bee32ac2f_0_60"/>
          <p:cNvSpPr/>
          <p:nvPr/>
        </p:nvSpPr>
        <p:spPr>
          <a:xfrm>
            <a:off x="1891687" y="1471525"/>
            <a:ext cx="332700" cy="338700"/>
          </a:xfrm>
          <a:prstGeom prst="ellipse">
            <a:avLst/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7" name="Google Shape;1887;g34bee32ac2f_0_60"/>
          <p:cNvSpPr txBox="1"/>
          <p:nvPr/>
        </p:nvSpPr>
        <p:spPr>
          <a:xfrm>
            <a:off x="2299349" y="1998175"/>
            <a:ext cx="4824900" cy="284100"/>
          </a:xfrm>
          <a:prstGeom prst="rect">
            <a:avLst/>
          </a:prstGeom>
          <a:noFill/>
          <a:ln>
            <a:noFill/>
          </a:ln>
        </p:spPr>
        <p:txBody>
          <a:bodyPr anchorCtr="0" anchor="t" bIns="33950" lIns="67925" spcFirstLastPara="1" rIns="67925" wrap="square" tIns="3395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useReducer()</a:t>
            </a:r>
            <a:endParaRPr b="1"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8" name="Google Shape;1888;g34bee32ac2f_0_60"/>
          <p:cNvSpPr/>
          <p:nvPr/>
        </p:nvSpPr>
        <p:spPr>
          <a:xfrm>
            <a:off x="1891687" y="1990825"/>
            <a:ext cx="332700" cy="338700"/>
          </a:xfrm>
          <a:prstGeom prst="ellipse">
            <a:avLst/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9" name="Google Shape;1889;g34bee32ac2f_0_60"/>
          <p:cNvSpPr txBox="1"/>
          <p:nvPr/>
        </p:nvSpPr>
        <p:spPr>
          <a:xfrm>
            <a:off x="2299349" y="2517475"/>
            <a:ext cx="4824900" cy="284100"/>
          </a:xfrm>
          <a:prstGeom prst="rect">
            <a:avLst/>
          </a:prstGeom>
          <a:noFill/>
          <a:ln>
            <a:noFill/>
          </a:ln>
        </p:spPr>
        <p:txBody>
          <a:bodyPr anchorCtr="0" anchor="t" bIns="33950" lIns="67925" spcFirstLastPara="1" rIns="67925" wrap="square" tIns="3395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Context API</a:t>
            </a:r>
            <a:endParaRPr b="1"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0" name="Google Shape;1890;g34bee32ac2f_0_60"/>
          <p:cNvSpPr/>
          <p:nvPr/>
        </p:nvSpPr>
        <p:spPr>
          <a:xfrm>
            <a:off x="1891687" y="2510125"/>
            <a:ext cx="332700" cy="338700"/>
          </a:xfrm>
          <a:prstGeom prst="ellipse">
            <a:avLst/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1" name="Google Shape;1891;g34bee32ac2f_0_60"/>
          <p:cNvSpPr txBox="1"/>
          <p:nvPr/>
        </p:nvSpPr>
        <p:spPr>
          <a:xfrm>
            <a:off x="2299349" y="3044125"/>
            <a:ext cx="4824900" cy="284100"/>
          </a:xfrm>
          <a:prstGeom prst="rect">
            <a:avLst/>
          </a:prstGeom>
          <a:noFill/>
          <a:ln>
            <a:noFill/>
          </a:ln>
        </p:spPr>
        <p:txBody>
          <a:bodyPr anchorCtr="0" anchor="t" bIns="33950" lIns="67925" spcFirstLastPara="1" rIns="67925" wrap="square" tIns="3395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React Redux</a:t>
            </a:r>
            <a:endParaRPr b="1"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2" name="Google Shape;1892;g34bee32ac2f_0_60"/>
          <p:cNvSpPr/>
          <p:nvPr/>
        </p:nvSpPr>
        <p:spPr>
          <a:xfrm>
            <a:off x="1891687" y="3036775"/>
            <a:ext cx="332700" cy="338700"/>
          </a:xfrm>
          <a:prstGeom prst="ellipse">
            <a:avLst/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3" name="Google Shape;1893;g34bee32ac2f_0_60"/>
          <p:cNvSpPr txBox="1"/>
          <p:nvPr/>
        </p:nvSpPr>
        <p:spPr>
          <a:xfrm>
            <a:off x="-9377" y="6"/>
            <a:ext cx="1602600" cy="2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3950" lIns="67925" spcFirstLastPara="1" rIns="67925" wrap="square" tIns="3395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2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State Nedir?</a:t>
            </a:r>
            <a:endParaRPr b="1" sz="12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4" name="Google Shape;1894;g34bee32ac2f_0_60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9" name="Shape 18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0" name="Google Shape;1900;g34bee32ac2f_0_185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1" name="Google Shape;1901;g34bee32ac2f_0_185"/>
          <p:cNvSpPr txBox="1"/>
          <p:nvPr/>
        </p:nvSpPr>
        <p:spPr>
          <a:xfrm>
            <a:off x="1058403" y="2242125"/>
            <a:ext cx="3286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State Management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6" name="Shape 1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7" name="Google Shape;1907;g34bee32ac2f_0_442"/>
          <p:cNvSpPr/>
          <p:nvPr/>
        </p:nvSpPr>
        <p:spPr>
          <a:xfrm>
            <a:off x="3272604" y="437400"/>
            <a:ext cx="1976400" cy="16614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8" name="Google Shape;1908;g34bee32ac2f_0_442"/>
          <p:cNvSpPr/>
          <p:nvPr/>
        </p:nvSpPr>
        <p:spPr>
          <a:xfrm>
            <a:off x="294878" y="287688"/>
            <a:ext cx="60152" cy="63317"/>
          </a:xfrm>
          <a:custGeom>
            <a:rect b="b" l="l" r="r" t="t"/>
            <a:pathLst>
              <a:path extrusionOk="0" h="140" w="133">
                <a:moveTo>
                  <a:pt x="133" y="72"/>
                </a:moveTo>
                <a:lnTo>
                  <a:pt x="84" y="54"/>
                </a:lnTo>
                <a:lnTo>
                  <a:pt x="86" y="0"/>
                </a:lnTo>
                <a:lnTo>
                  <a:pt x="53" y="43"/>
                </a:lnTo>
                <a:lnTo>
                  <a:pt x="4" y="23"/>
                </a:lnTo>
                <a:lnTo>
                  <a:pt x="33" y="68"/>
                </a:lnTo>
                <a:lnTo>
                  <a:pt x="0" y="109"/>
                </a:lnTo>
                <a:lnTo>
                  <a:pt x="51" y="95"/>
                </a:lnTo>
                <a:lnTo>
                  <a:pt x="80" y="140"/>
                </a:lnTo>
                <a:lnTo>
                  <a:pt x="82" y="86"/>
                </a:lnTo>
                <a:lnTo>
                  <a:pt x="133" y="7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9" name="Google Shape;1909;g34bee32ac2f_0_442"/>
          <p:cNvSpPr/>
          <p:nvPr/>
        </p:nvSpPr>
        <p:spPr>
          <a:xfrm>
            <a:off x="297592" y="202209"/>
            <a:ext cx="19448" cy="92715"/>
          </a:xfrm>
          <a:custGeom>
            <a:rect b="b" l="l" r="r" t="t"/>
            <a:pathLst>
              <a:path extrusionOk="0" h="205" w="43">
                <a:moveTo>
                  <a:pt x="43" y="0"/>
                </a:moveTo>
                <a:lnTo>
                  <a:pt x="0" y="45"/>
                </a:lnTo>
                <a:lnTo>
                  <a:pt x="0" y="205"/>
                </a:lnTo>
                <a:lnTo>
                  <a:pt x="43" y="164"/>
                </a:lnTo>
                <a:lnTo>
                  <a:pt x="43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0" name="Google Shape;1910;g34bee32ac2f_0_442"/>
          <p:cNvSpPr/>
          <p:nvPr/>
        </p:nvSpPr>
        <p:spPr>
          <a:xfrm>
            <a:off x="212114" y="148390"/>
            <a:ext cx="19448" cy="194927"/>
          </a:xfrm>
          <a:custGeom>
            <a:rect b="b" l="l" r="r" t="t"/>
            <a:pathLst>
              <a:path extrusionOk="0" h="431" w="43">
                <a:moveTo>
                  <a:pt x="0" y="0"/>
                </a:moveTo>
                <a:lnTo>
                  <a:pt x="43" y="47"/>
                </a:lnTo>
                <a:lnTo>
                  <a:pt x="43" y="431"/>
                </a:lnTo>
                <a:lnTo>
                  <a:pt x="0" y="390"/>
                </a:lnTo>
                <a:lnTo>
                  <a:pt x="0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1" name="Google Shape;1911;g34bee32ac2f_0_442"/>
          <p:cNvSpPr/>
          <p:nvPr/>
        </p:nvSpPr>
        <p:spPr>
          <a:xfrm>
            <a:off x="239701" y="171455"/>
            <a:ext cx="19448" cy="265933"/>
          </a:xfrm>
          <a:custGeom>
            <a:rect b="b" l="l" r="r" t="t"/>
            <a:pathLst>
              <a:path extrusionOk="0" h="588" w="43">
                <a:moveTo>
                  <a:pt x="43" y="43"/>
                </a:moveTo>
                <a:lnTo>
                  <a:pt x="0" y="0"/>
                </a:lnTo>
                <a:lnTo>
                  <a:pt x="0" y="23"/>
                </a:lnTo>
                <a:lnTo>
                  <a:pt x="0" y="23"/>
                </a:lnTo>
                <a:lnTo>
                  <a:pt x="0" y="261"/>
                </a:lnTo>
                <a:lnTo>
                  <a:pt x="0" y="261"/>
                </a:lnTo>
                <a:lnTo>
                  <a:pt x="0" y="284"/>
                </a:lnTo>
                <a:lnTo>
                  <a:pt x="0" y="417"/>
                </a:lnTo>
                <a:lnTo>
                  <a:pt x="0" y="442"/>
                </a:lnTo>
                <a:lnTo>
                  <a:pt x="0" y="442"/>
                </a:lnTo>
                <a:lnTo>
                  <a:pt x="0" y="442"/>
                </a:lnTo>
                <a:lnTo>
                  <a:pt x="0" y="461"/>
                </a:lnTo>
                <a:lnTo>
                  <a:pt x="0" y="461"/>
                </a:lnTo>
                <a:lnTo>
                  <a:pt x="0" y="467"/>
                </a:lnTo>
                <a:lnTo>
                  <a:pt x="0" y="487"/>
                </a:lnTo>
                <a:lnTo>
                  <a:pt x="0" y="487"/>
                </a:lnTo>
                <a:lnTo>
                  <a:pt x="2" y="500"/>
                </a:lnTo>
                <a:lnTo>
                  <a:pt x="4" y="516"/>
                </a:lnTo>
                <a:lnTo>
                  <a:pt x="7" y="530"/>
                </a:lnTo>
                <a:lnTo>
                  <a:pt x="13" y="541"/>
                </a:lnTo>
                <a:lnTo>
                  <a:pt x="19" y="555"/>
                </a:lnTo>
                <a:lnTo>
                  <a:pt x="25" y="567"/>
                </a:lnTo>
                <a:lnTo>
                  <a:pt x="33" y="578"/>
                </a:lnTo>
                <a:lnTo>
                  <a:pt x="43" y="588"/>
                </a:lnTo>
                <a:lnTo>
                  <a:pt x="43" y="4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2" name="Google Shape;1912;g34bee32ac2f_0_442"/>
          <p:cNvSpPr/>
          <p:nvPr/>
        </p:nvSpPr>
        <p:spPr>
          <a:xfrm>
            <a:off x="268647" y="201305"/>
            <a:ext cx="19448" cy="255531"/>
          </a:xfrm>
          <a:custGeom>
            <a:rect b="b" l="l" r="r" t="t"/>
            <a:pathLst>
              <a:path extrusionOk="0" h="565" w="43">
                <a:moveTo>
                  <a:pt x="43" y="329"/>
                </a:moveTo>
                <a:lnTo>
                  <a:pt x="43" y="329"/>
                </a:lnTo>
                <a:lnTo>
                  <a:pt x="43" y="232"/>
                </a:lnTo>
                <a:lnTo>
                  <a:pt x="43" y="208"/>
                </a:lnTo>
                <a:lnTo>
                  <a:pt x="43" y="208"/>
                </a:lnTo>
                <a:lnTo>
                  <a:pt x="43" y="43"/>
                </a:lnTo>
                <a:lnTo>
                  <a:pt x="0" y="0"/>
                </a:lnTo>
                <a:lnTo>
                  <a:pt x="0" y="542"/>
                </a:lnTo>
                <a:lnTo>
                  <a:pt x="0" y="542"/>
                </a:lnTo>
                <a:lnTo>
                  <a:pt x="19" y="555"/>
                </a:lnTo>
                <a:lnTo>
                  <a:pt x="41" y="565"/>
                </a:lnTo>
                <a:lnTo>
                  <a:pt x="41" y="565"/>
                </a:lnTo>
                <a:lnTo>
                  <a:pt x="43" y="565"/>
                </a:lnTo>
                <a:lnTo>
                  <a:pt x="43" y="32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3" name="Google Shape;1913;g34bee32ac2f_0_442"/>
          <p:cNvSpPr/>
          <p:nvPr/>
        </p:nvSpPr>
        <p:spPr>
          <a:xfrm>
            <a:off x="298496" y="332462"/>
            <a:ext cx="82765" cy="129801"/>
          </a:xfrm>
          <a:custGeom>
            <a:rect b="b" l="l" r="r" t="t"/>
            <a:pathLst>
              <a:path extrusionOk="0" h="287" w="183">
                <a:moveTo>
                  <a:pt x="181" y="109"/>
                </a:moveTo>
                <a:lnTo>
                  <a:pt x="181" y="109"/>
                </a:lnTo>
                <a:lnTo>
                  <a:pt x="175" y="90"/>
                </a:lnTo>
                <a:lnTo>
                  <a:pt x="170" y="72"/>
                </a:lnTo>
                <a:lnTo>
                  <a:pt x="160" y="57"/>
                </a:lnTo>
                <a:lnTo>
                  <a:pt x="148" y="41"/>
                </a:lnTo>
                <a:lnTo>
                  <a:pt x="135" y="28"/>
                </a:lnTo>
                <a:lnTo>
                  <a:pt x="121" y="16"/>
                </a:lnTo>
                <a:lnTo>
                  <a:pt x="105" y="6"/>
                </a:lnTo>
                <a:lnTo>
                  <a:pt x="88" y="0"/>
                </a:lnTo>
                <a:lnTo>
                  <a:pt x="88" y="0"/>
                </a:lnTo>
                <a:lnTo>
                  <a:pt x="103" y="10"/>
                </a:lnTo>
                <a:lnTo>
                  <a:pt x="103" y="10"/>
                </a:lnTo>
                <a:lnTo>
                  <a:pt x="113" y="22"/>
                </a:lnTo>
                <a:lnTo>
                  <a:pt x="123" y="35"/>
                </a:lnTo>
                <a:lnTo>
                  <a:pt x="129" y="51"/>
                </a:lnTo>
                <a:lnTo>
                  <a:pt x="131" y="68"/>
                </a:lnTo>
                <a:lnTo>
                  <a:pt x="131" y="68"/>
                </a:lnTo>
                <a:lnTo>
                  <a:pt x="129" y="86"/>
                </a:lnTo>
                <a:lnTo>
                  <a:pt x="123" y="100"/>
                </a:lnTo>
                <a:lnTo>
                  <a:pt x="117" y="113"/>
                </a:lnTo>
                <a:lnTo>
                  <a:pt x="107" y="125"/>
                </a:lnTo>
                <a:lnTo>
                  <a:pt x="96" y="137"/>
                </a:lnTo>
                <a:lnTo>
                  <a:pt x="82" y="142"/>
                </a:lnTo>
                <a:lnTo>
                  <a:pt x="66" y="148"/>
                </a:lnTo>
                <a:lnTo>
                  <a:pt x="51" y="150"/>
                </a:lnTo>
                <a:lnTo>
                  <a:pt x="51" y="150"/>
                </a:lnTo>
                <a:lnTo>
                  <a:pt x="35" y="148"/>
                </a:lnTo>
                <a:lnTo>
                  <a:pt x="22" y="144"/>
                </a:lnTo>
                <a:lnTo>
                  <a:pt x="10" y="139"/>
                </a:lnTo>
                <a:lnTo>
                  <a:pt x="0" y="129"/>
                </a:lnTo>
                <a:lnTo>
                  <a:pt x="0" y="283"/>
                </a:lnTo>
                <a:lnTo>
                  <a:pt x="0" y="283"/>
                </a:lnTo>
                <a:lnTo>
                  <a:pt x="16" y="285"/>
                </a:lnTo>
                <a:lnTo>
                  <a:pt x="31" y="287"/>
                </a:lnTo>
                <a:lnTo>
                  <a:pt x="49" y="287"/>
                </a:lnTo>
                <a:lnTo>
                  <a:pt x="64" y="285"/>
                </a:lnTo>
                <a:lnTo>
                  <a:pt x="64" y="285"/>
                </a:lnTo>
                <a:lnTo>
                  <a:pt x="82" y="279"/>
                </a:lnTo>
                <a:lnTo>
                  <a:pt x="99" y="273"/>
                </a:lnTo>
                <a:lnTo>
                  <a:pt x="115" y="263"/>
                </a:lnTo>
                <a:lnTo>
                  <a:pt x="129" y="253"/>
                </a:lnTo>
                <a:lnTo>
                  <a:pt x="142" y="242"/>
                </a:lnTo>
                <a:lnTo>
                  <a:pt x="152" y="230"/>
                </a:lnTo>
                <a:lnTo>
                  <a:pt x="162" y="216"/>
                </a:lnTo>
                <a:lnTo>
                  <a:pt x="170" y="201"/>
                </a:lnTo>
                <a:lnTo>
                  <a:pt x="170" y="201"/>
                </a:lnTo>
                <a:lnTo>
                  <a:pt x="172" y="197"/>
                </a:lnTo>
                <a:lnTo>
                  <a:pt x="172" y="197"/>
                </a:lnTo>
                <a:lnTo>
                  <a:pt x="172" y="197"/>
                </a:lnTo>
                <a:lnTo>
                  <a:pt x="179" y="176"/>
                </a:lnTo>
                <a:lnTo>
                  <a:pt x="183" y="154"/>
                </a:lnTo>
                <a:lnTo>
                  <a:pt x="183" y="131"/>
                </a:lnTo>
                <a:lnTo>
                  <a:pt x="181" y="109"/>
                </a:lnTo>
                <a:lnTo>
                  <a:pt x="181" y="10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4" name="Google Shape;1914;g34bee32ac2f_0_442"/>
          <p:cNvSpPr/>
          <p:nvPr/>
        </p:nvSpPr>
        <p:spPr>
          <a:xfrm>
            <a:off x="423775" y="210802"/>
            <a:ext cx="128443" cy="145630"/>
          </a:xfrm>
          <a:custGeom>
            <a:rect b="b" l="l" r="r" t="t"/>
            <a:pathLst>
              <a:path extrusionOk="0" h="322" w="284">
                <a:moveTo>
                  <a:pt x="253" y="302"/>
                </a:moveTo>
                <a:lnTo>
                  <a:pt x="253" y="302"/>
                </a:lnTo>
                <a:lnTo>
                  <a:pt x="239" y="310"/>
                </a:lnTo>
                <a:lnTo>
                  <a:pt x="222" y="316"/>
                </a:lnTo>
                <a:lnTo>
                  <a:pt x="200" y="320"/>
                </a:lnTo>
                <a:lnTo>
                  <a:pt x="175" y="322"/>
                </a:lnTo>
                <a:lnTo>
                  <a:pt x="0" y="322"/>
                </a:lnTo>
                <a:lnTo>
                  <a:pt x="0" y="0"/>
                </a:lnTo>
                <a:lnTo>
                  <a:pt x="163" y="0"/>
                </a:lnTo>
                <a:lnTo>
                  <a:pt x="163" y="0"/>
                </a:lnTo>
                <a:lnTo>
                  <a:pt x="189" y="0"/>
                </a:lnTo>
                <a:lnTo>
                  <a:pt x="189" y="0"/>
                </a:lnTo>
                <a:lnTo>
                  <a:pt x="200" y="2"/>
                </a:lnTo>
                <a:lnTo>
                  <a:pt x="200" y="2"/>
                </a:lnTo>
                <a:lnTo>
                  <a:pt x="206" y="4"/>
                </a:lnTo>
                <a:lnTo>
                  <a:pt x="206" y="4"/>
                </a:lnTo>
                <a:lnTo>
                  <a:pt x="228" y="8"/>
                </a:lnTo>
                <a:lnTo>
                  <a:pt x="249" y="16"/>
                </a:lnTo>
                <a:lnTo>
                  <a:pt x="249" y="16"/>
                </a:lnTo>
                <a:lnTo>
                  <a:pt x="259" y="22"/>
                </a:lnTo>
                <a:lnTo>
                  <a:pt x="266" y="30"/>
                </a:lnTo>
                <a:lnTo>
                  <a:pt x="272" y="39"/>
                </a:lnTo>
                <a:lnTo>
                  <a:pt x="276" y="51"/>
                </a:lnTo>
                <a:lnTo>
                  <a:pt x="280" y="71"/>
                </a:lnTo>
                <a:lnTo>
                  <a:pt x="282" y="96"/>
                </a:lnTo>
                <a:lnTo>
                  <a:pt x="282" y="96"/>
                </a:lnTo>
                <a:lnTo>
                  <a:pt x="282" y="106"/>
                </a:lnTo>
                <a:lnTo>
                  <a:pt x="278" y="113"/>
                </a:lnTo>
                <a:lnTo>
                  <a:pt x="274" y="121"/>
                </a:lnTo>
                <a:lnTo>
                  <a:pt x="268" y="131"/>
                </a:lnTo>
                <a:lnTo>
                  <a:pt x="268" y="131"/>
                </a:lnTo>
                <a:lnTo>
                  <a:pt x="255" y="147"/>
                </a:lnTo>
                <a:lnTo>
                  <a:pt x="235" y="160"/>
                </a:lnTo>
                <a:lnTo>
                  <a:pt x="235" y="160"/>
                </a:lnTo>
                <a:lnTo>
                  <a:pt x="245" y="166"/>
                </a:lnTo>
                <a:lnTo>
                  <a:pt x="255" y="174"/>
                </a:lnTo>
                <a:lnTo>
                  <a:pt x="263" y="180"/>
                </a:lnTo>
                <a:lnTo>
                  <a:pt x="270" y="189"/>
                </a:lnTo>
                <a:lnTo>
                  <a:pt x="270" y="189"/>
                </a:lnTo>
                <a:lnTo>
                  <a:pt x="276" y="199"/>
                </a:lnTo>
                <a:lnTo>
                  <a:pt x="280" y="211"/>
                </a:lnTo>
                <a:lnTo>
                  <a:pt x="282" y="226"/>
                </a:lnTo>
                <a:lnTo>
                  <a:pt x="284" y="244"/>
                </a:lnTo>
                <a:lnTo>
                  <a:pt x="284" y="244"/>
                </a:lnTo>
                <a:lnTo>
                  <a:pt x="282" y="261"/>
                </a:lnTo>
                <a:lnTo>
                  <a:pt x="276" y="277"/>
                </a:lnTo>
                <a:lnTo>
                  <a:pt x="266" y="291"/>
                </a:lnTo>
                <a:lnTo>
                  <a:pt x="253" y="302"/>
                </a:lnTo>
                <a:lnTo>
                  <a:pt x="253" y="302"/>
                </a:lnTo>
                <a:close/>
                <a:moveTo>
                  <a:pt x="198" y="67"/>
                </a:moveTo>
                <a:lnTo>
                  <a:pt x="198" y="67"/>
                </a:lnTo>
                <a:lnTo>
                  <a:pt x="191" y="63"/>
                </a:lnTo>
                <a:lnTo>
                  <a:pt x="183" y="61"/>
                </a:lnTo>
                <a:lnTo>
                  <a:pt x="175" y="59"/>
                </a:lnTo>
                <a:lnTo>
                  <a:pt x="165" y="57"/>
                </a:lnTo>
                <a:lnTo>
                  <a:pt x="66" y="57"/>
                </a:lnTo>
                <a:lnTo>
                  <a:pt x="66" y="133"/>
                </a:lnTo>
                <a:lnTo>
                  <a:pt x="165" y="133"/>
                </a:lnTo>
                <a:lnTo>
                  <a:pt x="165" y="133"/>
                </a:lnTo>
                <a:lnTo>
                  <a:pt x="183" y="129"/>
                </a:lnTo>
                <a:lnTo>
                  <a:pt x="191" y="127"/>
                </a:lnTo>
                <a:lnTo>
                  <a:pt x="196" y="123"/>
                </a:lnTo>
                <a:lnTo>
                  <a:pt x="196" y="123"/>
                </a:lnTo>
                <a:lnTo>
                  <a:pt x="202" y="119"/>
                </a:lnTo>
                <a:lnTo>
                  <a:pt x="206" y="113"/>
                </a:lnTo>
                <a:lnTo>
                  <a:pt x="208" y="106"/>
                </a:lnTo>
                <a:lnTo>
                  <a:pt x="210" y="96"/>
                </a:lnTo>
                <a:lnTo>
                  <a:pt x="210" y="96"/>
                </a:lnTo>
                <a:lnTo>
                  <a:pt x="208" y="86"/>
                </a:lnTo>
                <a:lnTo>
                  <a:pt x="206" y="78"/>
                </a:lnTo>
                <a:lnTo>
                  <a:pt x="202" y="73"/>
                </a:lnTo>
                <a:lnTo>
                  <a:pt x="198" y="67"/>
                </a:lnTo>
                <a:lnTo>
                  <a:pt x="198" y="67"/>
                </a:lnTo>
                <a:close/>
                <a:moveTo>
                  <a:pt x="198" y="197"/>
                </a:moveTo>
                <a:lnTo>
                  <a:pt x="198" y="197"/>
                </a:lnTo>
                <a:lnTo>
                  <a:pt x="194" y="195"/>
                </a:lnTo>
                <a:lnTo>
                  <a:pt x="185" y="193"/>
                </a:lnTo>
                <a:lnTo>
                  <a:pt x="159" y="191"/>
                </a:lnTo>
                <a:lnTo>
                  <a:pt x="120" y="189"/>
                </a:lnTo>
                <a:lnTo>
                  <a:pt x="66" y="189"/>
                </a:lnTo>
                <a:lnTo>
                  <a:pt x="66" y="265"/>
                </a:lnTo>
                <a:lnTo>
                  <a:pt x="165" y="265"/>
                </a:lnTo>
                <a:lnTo>
                  <a:pt x="165" y="265"/>
                </a:lnTo>
                <a:lnTo>
                  <a:pt x="183" y="263"/>
                </a:lnTo>
                <a:lnTo>
                  <a:pt x="191" y="260"/>
                </a:lnTo>
                <a:lnTo>
                  <a:pt x="198" y="258"/>
                </a:lnTo>
                <a:lnTo>
                  <a:pt x="198" y="258"/>
                </a:lnTo>
                <a:lnTo>
                  <a:pt x="204" y="252"/>
                </a:lnTo>
                <a:lnTo>
                  <a:pt x="208" y="246"/>
                </a:lnTo>
                <a:lnTo>
                  <a:pt x="210" y="238"/>
                </a:lnTo>
                <a:lnTo>
                  <a:pt x="210" y="228"/>
                </a:lnTo>
                <a:lnTo>
                  <a:pt x="210" y="228"/>
                </a:lnTo>
                <a:lnTo>
                  <a:pt x="210" y="219"/>
                </a:lnTo>
                <a:lnTo>
                  <a:pt x="208" y="211"/>
                </a:lnTo>
                <a:lnTo>
                  <a:pt x="204" y="203"/>
                </a:lnTo>
                <a:lnTo>
                  <a:pt x="198" y="197"/>
                </a:lnTo>
                <a:lnTo>
                  <a:pt x="198" y="19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5" name="Google Shape;1915;g34bee32ac2f_0_442"/>
          <p:cNvSpPr/>
          <p:nvPr/>
        </p:nvSpPr>
        <p:spPr>
          <a:xfrm>
            <a:off x="560811" y="210802"/>
            <a:ext cx="125279" cy="145630"/>
          </a:xfrm>
          <a:custGeom>
            <a:rect b="b" l="l" r="r" t="t"/>
            <a:pathLst>
              <a:path extrusionOk="0" h="322" w="277">
                <a:moveTo>
                  <a:pt x="174" y="57"/>
                </a:moveTo>
                <a:lnTo>
                  <a:pt x="174" y="322"/>
                </a:lnTo>
                <a:lnTo>
                  <a:pt x="104" y="322"/>
                </a:lnTo>
                <a:lnTo>
                  <a:pt x="104" y="57"/>
                </a:lnTo>
                <a:lnTo>
                  <a:pt x="0" y="57"/>
                </a:lnTo>
                <a:lnTo>
                  <a:pt x="0" y="0"/>
                </a:lnTo>
                <a:lnTo>
                  <a:pt x="277" y="0"/>
                </a:lnTo>
                <a:lnTo>
                  <a:pt x="277" y="57"/>
                </a:lnTo>
                <a:lnTo>
                  <a:pt x="174" y="5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6" name="Google Shape;1916;g34bee32ac2f_0_442"/>
          <p:cNvSpPr/>
          <p:nvPr/>
        </p:nvSpPr>
        <p:spPr>
          <a:xfrm>
            <a:off x="701014" y="210802"/>
            <a:ext cx="125279" cy="145630"/>
          </a:xfrm>
          <a:custGeom>
            <a:rect b="b" l="l" r="r" t="t"/>
            <a:pathLst>
              <a:path extrusionOk="0" h="322" w="277">
                <a:moveTo>
                  <a:pt x="189" y="322"/>
                </a:moveTo>
                <a:lnTo>
                  <a:pt x="68" y="162"/>
                </a:lnTo>
                <a:lnTo>
                  <a:pt x="68" y="322"/>
                </a:lnTo>
                <a:lnTo>
                  <a:pt x="0" y="322"/>
                </a:lnTo>
                <a:lnTo>
                  <a:pt x="0" y="0"/>
                </a:lnTo>
                <a:lnTo>
                  <a:pt x="68" y="0"/>
                </a:lnTo>
                <a:lnTo>
                  <a:pt x="68" y="154"/>
                </a:lnTo>
                <a:lnTo>
                  <a:pt x="195" y="0"/>
                </a:lnTo>
                <a:lnTo>
                  <a:pt x="275" y="0"/>
                </a:lnTo>
                <a:lnTo>
                  <a:pt x="146" y="158"/>
                </a:lnTo>
                <a:lnTo>
                  <a:pt x="277" y="322"/>
                </a:lnTo>
                <a:lnTo>
                  <a:pt x="189" y="32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7" name="Google Shape;1917;g34bee32ac2f_0_442"/>
          <p:cNvSpPr/>
          <p:nvPr/>
        </p:nvSpPr>
        <p:spPr>
          <a:xfrm>
            <a:off x="419252" y="377689"/>
            <a:ext cx="89097" cy="82765"/>
          </a:xfrm>
          <a:custGeom>
            <a:rect b="b" l="l" r="r" t="t"/>
            <a:pathLst>
              <a:path extrusionOk="0" h="183" w="197">
                <a:moveTo>
                  <a:pt x="154" y="183"/>
                </a:moveTo>
                <a:lnTo>
                  <a:pt x="136" y="140"/>
                </a:lnTo>
                <a:lnTo>
                  <a:pt x="56" y="140"/>
                </a:lnTo>
                <a:lnTo>
                  <a:pt x="41" y="183"/>
                </a:lnTo>
                <a:lnTo>
                  <a:pt x="0" y="183"/>
                </a:lnTo>
                <a:lnTo>
                  <a:pt x="78" y="0"/>
                </a:lnTo>
                <a:lnTo>
                  <a:pt x="117" y="0"/>
                </a:lnTo>
                <a:lnTo>
                  <a:pt x="197" y="183"/>
                </a:lnTo>
                <a:lnTo>
                  <a:pt x="154" y="183"/>
                </a:lnTo>
                <a:close/>
                <a:moveTo>
                  <a:pt x="95" y="37"/>
                </a:moveTo>
                <a:lnTo>
                  <a:pt x="68" y="107"/>
                </a:lnTo>
                <a:lnTo>
                  <a:pt x="125" y="107"/>
                </a:lnTo>
                <a:lnTo>
                  <a:pt x="95" y="3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8" name="Google Shape;1918;g34bee32ac2f_0_442"/>
          <p:cNvSpPr/>
          <p:nvPr/>
        </p:nvSpPr>
        <p:spPr>
          <a:xfrm>
            <a:off x="513323" y="377689"/>
            <a:ext cx="71459" cy="82765"/>
          </a:xfrm>
          <a:custGeom>
            <a:rect b="b" l="l" r="r" t="t"/>
            <a:pathLst>
              <a:path extrusionOk="0" h="183" w="158">
                <a:moveTo>
                  <a:pt x="109" y="183"/>
                </a:moveTo>
                <a:lnTo>
                  <a:pt x="39" y="93"/>
                </a:lnTo>
                <a:lnTo>
                  <a:pt x="39" y="183"/>
                </a:lnTo>
                <a:lnTo>
                  <a:pt x="0" y="183"/>
                </a:lnTo>
                <a:lnTo>
                  <a:pt x="0" y="0"/>
                </a:lnTo>
                <a:lnTo>
                  <a:pt x="39" y="0"/>
                </a:lnTo>
                <a:lnTo>
                  <a:pt x="39" y="89"/>
                </a:lnTo>
                <a:lnTo>
                  <a:pt x="111" y="0"/>
                </a:lnTo>
                <a:lnTo>
                  <a:pt x="158" y="0"/>
                </a:lnTo>
                <a:lnTo>
                  <a:pt x="84" y="89"/>
                </a:lnTo>
                <a:lnTo>
                  <a:pt x="158" y="183"/>
                </a:lnTo>
                <a:lnTo>
                  <a:pt x="109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9" name="Google Shape;1919;g34bee32ac2f_0_442"/>
          <p:cNvSpPr/>
          <p:nvPr/>
        </p:nvSpPr>
        <p:spPr>
          <a:xfrm>
            <a:off x="579354" y="377689"/>
            <a:ext cx="89097" cy="82765"/>
          </a:xfrm>
          <a:custGeom>
            <a:rect b="b" l="l" r="r" t="t"/>
            <a:pathLst>
              <a:path extrusionOk="0" h="183" w="197">
                <a:moveTo>
                  <a:pt x="154" y="183"/>
                </a:moveTo>
                <a:lnTo>
                  <a:pt x="137" y="140"/>
                </a:lnTo>
                <a:lnTo>
                  <a:pt x="59" y="140"/>
                </a:lnTo>
                <a:lnTo>
                  <a:pt x="41" y="183"/>
                </a:lnTo>
                <a:lnTo>
                  <a:pt x="0" y="183"/>
                </a:lnTo>
                <a:lnTo>
                  <a:pt x="78" y="0"/>
                </a:lnTo>
                <a:lnTo>
                  <a:pt x="119" y="0"/>
                </a:lnTo>
                <a:lnTo>
                  <a:pt x="197" y="183"/>
                </a:lnTo>
                <a:lnTo>
                  <a:pt x="154" y="183"/>
                </a:lnTo>
                <a:close/>
                <a:moveTo>
                  <a:pt x="98" y="37"/>
                </a:moveTo>
                <a:lnTo>
                  <a:pt x="70" y="107"/>
                </a:lnTo>
                <a:lnTo>
                  <a:pt x="125" y="107"/>
                </a:lnTo>
                <a:lnTo>
                  <a:pt x="98" y="3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0" name="Google Shape;1920;g34bee32ac2f_0_442"/>
          <p:cNvSpPr/>
          <p:nvPr/>
        </p:nvSpPr>
        <p:spPr>
          <a:xfrm>
            <a:off x="674783" y="377689"/>
            <a:ext cx="76433" cy="82765"/>
          </a:xfrm>
          <a:custGeom>
            <a:rect b="b" l="l" r="r" t="t"/>
            <a:pathLst>
              <a:path extrusionOk="0" h="183" w="169">
                <a:moveTo>
                  <a:pt x="169" y="85"/>
                </a:moveTo>
                <a:lnTo>
                  <a:pt x="169" y="91"/>
                </a:lnTo>
                <a:lnTo>
                  <a:pt x="169" y="95"/>
                </a:lnTo>
                <a:lnTo>
                  <a:pt x="169" y="99"/>
                </a:lnTo>
                <a:lnTo>
                  <a:pt x="169" y="101"/>
                </a:lnTo>
                <a:lnTo>
                  <a:pt x="169" y="101"/>
                </a:lnTo>
                <a:lnTo>
                  <a:pt x="169" y="111"/>
                </a:lnTo>
                <a:lnTo>
                  <a:pt x="169" y="111"/>
                </a:lnTo>
                <a:lnTo>
                  <a:pt x="167" y="116"/>
                </a:lnTo>
                <a:lnTo>
                  <a:pt x="167" y="116"/>
                </a:lnTo>
                <a:lnTo>
                  <a:pt x="167" y="124"/>
                </a:lnTo>
                <a:lnTo>
                  <a:pt x="167" y="124"/>
                </a:lnTo>
                <a:lnTo>
                  <a:pt x="165" y="132"/>
                </a:lnTo>
                <a:lnTo>
                  <a:pt x="165" y="132"/>
                </a:lnTo>
                <a:lnTo>
                  <a:pt x="165" y="134"/>
                </a:lnTo>
                <a:lnTo>
                  <a:pt x="165" y="134"/>
                </a:lnTo>
                <a:lnTo>
                  <a:pt x="165" y="138"/>
                </a:lnTo>
                <a:lnTo>
                  <a:pt x="165" y="138"/>
                </a:lnTo>
                <a:lnTo>
                  <a:pt x="161" y="142"/>
                </a:lnTo>
                <a:lnTo>
                  <a:pt x="161" y="142"/>
                </a:lnTo>
                <a:lnTo>
                  <a:pt x="157" y="152"/>
                </a:lnTo>
                <a:lnTo>
                  <a:pt x="150" y="161"/>
                </a:lnTo>
                <a:lnTo>
                  <a:pt x="150" y="161"/>
                </a:lnTo>
                <a:lnTo>
                  <a:pt x="134" y="173"/>
                </a:lnTo>
                <a:lnTo>
                  <a:pt x="118" y="179"/>
                </a:lnTo>
                <a:lnTo>
                  <a:pt x="118" y="179"/>
                </a:lnTo>
                <a:lnTo>
                  <a:pt x="103" y="183"/>
                </a:lnTo>
                <a:lnTo>
                  <a:pt x="83" y="183"/>
                </a:lnTo>
                <a:lnTo>
                  <a:pt x="0" y="183"/>
                </a:lnTo>
                <a:lnTo>
                  <a:pt x="0" y="0"/>
                </a:lnTo>
                <a:lnTo>
                  <a:pt x="83" y="0"/>
                </a:lnTo>
                <a:lnTo>
                  <a:pt x="83" y="0"/>
                </a:lnTo>
                <a:lnTo>
                  <a:pt x="103" y="2"/>
                </a:lnTo>
                <a:lnTo>
                  <a:pt x="122" y="7"/>
                </a:lnTo>
                <a:lnTo>
                  <a:pt x="138" y="15"/>
                </a:lnTo>
                <a:lnTo>
                  <a:pt x="150" y="25"/>
                </a:lnTo>
                <a:lnTo>
                  <a:pt x="150" y="25"/>
                </a:lnTo>
                <a:lnTo>
                  <a:pt x="157" y="37"/>
                </a:lnTo>
                <a:lnTo>
                  <a:pt x="165" y="50"/>
                </a:lnTo>
                <a:lnTo>
                  <a:pt x="167" y="64"/>
                </a:lnTo>
                <a:lnTo>
                  <a:pt x="169" y="77"/>
                </a:lnTo>
                <a:lnTo>
                  <a:pt x="169" y="85"/>
                </a:lnTo>
                <a:close/>
                <a:moveTo>
                  <a:pt x="126" y="89"/>
                </a:moveTo>
                <a:lnTo>
                  <a:pt x="126" y="89"/>
                </a:lnTo>
                <a:lnTo>
                  <a:pt x="126" y="79"/>
                </a:lnTo>
                <a:lnTo>
                  <a:pt x="126" y="79"/>
                </a:lnTo>
                <a:lnTo>
                  <a:pt x="126" y="70"/>
                </a:lnTo>
                <a:lnTo>
                  <a:pt x="126" y="70"/>
                </a:lnTo>
                <a:lnTo>
                  <a:pt x="122" y="58"/>
                </a:lnTo>
                <a:lnTo>
                  <a:pt x="118" y="48"/>
                </a:lnTo>
                <a:lnTo>
                  <a:pt x="118" y="48"/>
                </a:lnTo>
                <a:lnTo>
                  <a:pt x="113" y="40"/>
                </a:lnTo>
                <a:lnTo>
                  <a:pt x="103" y="35"/>
                </a:lnTo>
                <a:lnTo>
                  <a:pt x="93" y="33"/>
                </a:lnTo>
                <a:lnTo>
                  <a:pt x="81" y="33"/>
                </a:lnTo>
                <a:lnTo>
                  <a:pt x="37" y="33"/>
                </a:lnTo>
                <a:lnTo>
                  <a:pt x="37" y="152"/>
                </a:lnTo>
                <a:lnTo>
                  <a:pt x="81" y="152"/>
                </a:lnTo>
                <a:lnTo>
                  <a:pt x="93" y="152"/>
                </a:lnTo>
                <a:lnTo>
                  <a:pt x="97" y="152"/>
                </a:lnTo>
                <a:lnTo>
                  <a:pt x="101" y="150"/>
                </a:lnTo>
                <a:lnTo>
                  <a:pt x="101" y="150"/>
                </a:lnTo>
                <a:lnTo>
                  <a:pt x="111" y="146"/>
                </a:lnTo>
                <a:lnTo>
                  <a:pt x="118" y="138"/>
                </a:lnTo>
                <a:lnTo>
                  <a:pt x="122" y="128"/>
                </a:lnTo>
                <a:lnTo>
                  <a:pt x="122" y="128"/>
                </a:lnTo>
                <a:lnTo>
                  <a:pt x="124" y="126"/>
                </a:lnTo>
                <a:lnTo>
                  <a:pt x="124" y="126"/>
                </a:lnTo>
                <a:lnTo>
                  <a:pt x="124" y="120"/>
                </a:lnTo>
                <a:lnTo>
                  <a:pt x="124" y="120"/>
                </a:lnTo>
                <a:lnTo>
                  <a:pt x="126" y="111"/>
                </a:lnTo>
                <a:lnTo>
                  <a:pt x="126" y="111"/>
                </a:lnTo>
                <a:lnTo>
                  <a:pt x="126" y="101"/>
                </a:lnTo>
                <a:lnTo>
                  <a:pt x="126" y="99"/>
                </a:lnTo>
                <a:lnTo>
                  <a:pt x="126" y="93"/>
                </a:lnTo>
                <a:lnTo>
                  <a:pt x="126" y="8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1" name="Google Shape;1921;g34bee32ac2f_0_442"/>
          <p:cNvSpPr/>
          <p:nvPr/>
        </p:nvSpPr>
        <p:spPr>
          <a:xfrm>
            <a:off x="757547" y="377689"/>
            <a:ext cx="68745" cy="82765"/>
          </a:xfrm>
          <a:custGeom>
            <a:rect b="b" l="l" r="r" t="t"/>
            <a:pathLst>
              <a:path extrusionOk="0" h="183" w="152">
                <a:moveTo>
                  <a:pt x="85" y="183"/>
                </a:moveTo>
                <a:lnTo>
                  <a:pt x="70" y="183"/>
                </a:lnTo>
                <a:lnTo>
                  <a:pt x="64" y="183"/>
                </a:lnTo>
                <a:lnTo>
                  <a:pt x="64" y="183"/>
                </a:lnTo>
                <a:lnTo>
                  <a:pt x="58" y="183"/>
                </a:lnTo>
                <a:lnTo>
                  <a:pt x="58" y="183"/>
                </a:lnTo>
                <a:lnTo>
                  <a:pt x="56" y="181"/>
                </a:lnTo>
                <a:lnTo>
                  <a:pt x="56" y="181"/>
                </a:lnTo>
                <a:lnTo>
                  <a:pt x="54" y="181"/>
                </a:lnTo>
                <a:lnTo>
                  <a:pt x="54" y="181"/>
                </a:lnTo>
                <a:lnTo>
                  <a:pt x="43" y="177"/>
                </a:lnTo>
                <a:lnTo>
                  <a:pt x="31" y="169"/>
                </a:lnTo>
                <a:lnTo>
                  <a:pt x="21" y="159"/>
                </a:lnTo>
                <a:lnTo>
                  <a:pt x="13" y="148"/>
                </a:lnTo>
                <a:lnTo>
                  <a:pt x="13" y="148"/>
                </a:lnTo>
                <a:lnTo>
                  <a:pt x="8" y="138"/>
                </a:lnTo>
                <a:lnTo>
                  <a:pt x="4" y="126"/>
                </a:lnTo>
                <a:lnTo>
                  <a:pt x="4" y="126"/>
                </a:lnTo>
                <a:lnTo>
                  <a:pt x="2" y="114"/>
                </a:lnTo>
                <a:lnTo>
                  <a:pt x="0" y="101"/>
                </a:lnTo>
                <a:lnTo>
                  <a:pt x="0" y="101"/>
                </a:lnTo>
                <a:lnTo>
                  <a:pt x="2" y="77"/>
                </a:lnTo>
                <a:lnTo>
                  <a:pt x="4" y="58"/>
                </a:lnTo>
                <a:lnTo>
                  <a:pt x="4" y="58"/>
                </a:lnTo>
                <a:lnTo>
                  <a:pt x="9" y="42"/>
                </a:lnTo>
                <a:lnTo>
                  <a:pt x="19" y="27"/>
                </a:lnTo>
                <a:lnTo>
                  <a:pt x="19" y="27"/>
                </a:lnTo>
                <a:lnTo>
                  <a:pt x="25" y="21"/>
                </a:lnTo>
                <a:lnTo>
                  <a:pt x="31" y="15"/>
                </a:lnTo>
                <a:lnTo>
                  <a:pt x="39" y="11"/>
                </a:lnTo>
                <a:lnTo>
                  <a:pt x="46" y="7"/>
                </a:lnTo>
                <a:lnTo>
                  <a:pt x="46" y="7"/>
                </a:lnTo>
                <a:lnTo>
                  <a:pt x="66" y="2"/>
                </a:lnTo>
                <a:lnTo>
                  <a:pt x="66" y="2"/>
                </a:lnTo>
                <a:lnTo>
                  <a:pt x="93" y="2"/>
                </a:lnTo>
                <a:lnTo>
                  <a:pt x="152" y="0"/>
                </a:lnTo>
                <a:lnTo>
                  <a:pt x="152" y="33"/>
                </a:lnTo>
                <a:lnTo>
                  <a:pt x="87" y="33"/>
                </a:lnTo>
                <a:lnTo>
                  <a:pt x="87" y="33"/>
                </a:lnTo>
                <a:lnTo>
                  <a:pt x="78" y="33"/>
                </a:lnTo>
                <a:lnTo>
                  <a:pt x="68" y="35"/>
                </a:lnTo>
                <a:lnTo>
                  <a:pt x="62" y="39"/>
                </a:lnTo>
                <a:lnTo>
                  <a:pt x="54" y="42"/>
                </a:lnTo>
                <a:lnTo>
                  <a:pt x="50" y="48"/>
                </a:lnTo>
                <a:lnTo>
                  <a:pt x="46" y="56"/>
                </a:lnTo>
                <a:lnTo>
                  <a:pt x="45" y="66"/>
                </a:lnTo>
                <a:lnTo>
                  <a:pt x="45" y="76"/>
                </a:lnTo>
                <a:lnTo>
                  <a:pt x="152" y="76"/>
                </a:lnTo>
                <a:lnTo>
                  <a:pt x="152" y="107"/>
                </a:lnTo>
                <a:lnTo>
                  <a:pt x="45" y="107"/>
                </a:lnTo>
                <a:lnTo>
                  <a:pt x="45" y="107"/>
                </a:lnTo>
                <a:lnTo>
                  <a:pt x="46" y="126"/>
                </a:lnTo>
                <a:lnTo>
                  <a:pt x="46" y="126"/>
                </a:lnTo>
                <a:lnTo>
                  <a:pt x="48" y="132"/>
                </a:lnTo>
                <a:lnTo>
                  <a:pt x="48" y="132"/>
                </a:lnTo>
                <a:lnTo>
                  <a:pt x="52" y="140"/>
                </a:lnTo>
                <a:lnTo>
                  <a:pt x="60" y="146"/>
                </a:lnTo>
                <a:lnTo>
                  <a:pt x="60" y="146"/>
                </a:lnTo>
                <a:lnTo>
                  <a:pt x="68" y="150"/>
                </a:lnTo>
                <a:lnTo>
                  <a:pt x="68" y="150"/>
                </a:lnTo>
                <a:lnTo>
                  <a:pt x="78" y="152"/>
                </a:lnTo>
                <a:lnTo>
                  <a:pt x="152" y="152"/>
                </a:lnTo>
                <a:lnTo>
                  <a:pt x="152" y="183"/>
                </a:lnTo>
                <a:lnTo>
                  <a:pt x="85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2" name="Google Shape;1922;g34bee32ac2f_0_442"/>
          <p:cNvSpPr/>
          <p:nvPr/>
        </p:nvSpPr>
        <p:spPr>
          <a:xfrm>
            <a:off x="841217" y="377689"/>
            <a:ext cx="93168" cy="82765"/>
          </a:xfrm>
          <a:custGeom>
            <a:rect b="b" l="l" r="r" t="t"/>
            <a:pathLst>
              <a:path extrusionOk="0" h="183" w="206">
                <a:moveTo>
                  <a:pt x="167" y="183"/>
                </a:moveTo>
                <a:lnTo>
                  <a:pt x="171" y="40"/>
                </a:lnTo>
                <a:lnTo>
                  <a:pt x="124" y="183"/>
                </a:lnTo>
                <a:lnTo>
                  <a:pt x="84" y="183"/>
                </a:lnTo>
                <a:lnTo>
                  <a:pt x="35" y="40"/>
                </a:lnTo>
                <a:lnTo>
                  <a:pt x="39" y="183"/>
                </a:lnTo>
                <a:lnTo>
                  <a:pt x="0" y="183"/>
                </a:lnTo>
                <a:lnTo>
                  <a:pt x="0" y="0"/>
                </a:lnTo>
                <a:lnTo>
                  <a:pt x="56" y="0"/>
                </a:lnTo>
                <a:lnTo>
                  <a:pt x="103" y="142"/>
                </a:lnTo>
                <a:lnTo>
                  <a:pt x="150" y="0"/>
                </a:lnTo>
                <a:lnTo>
                  <a:pt x="206" y="0"/>
                </a:lnTo>
                <a:lnTo>
                  <a:pt x="206" y="183"/>
                </a:lnTo>
                <a:lnTo>
                  <a:pt x="167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3" name="Google Shape;1923;g34bee32ac2f_0_442"/>
          <p:cNvSpPr/>
          <p:nvPr/>
        </p:nvSpPr>
        <p:spPr>
          <a:xfrm>
            <a:off x="951118" y="351005"/>
            <a:ext cx="18543" cy="109448"/>
          </a:xfrm>
          <a:custGeom>
            <a:rect b="b" l="l" r="r" t="t"/>
            <a:pathLst>
              <a:path extrusionOk="0" h="242" w="41">
                <a:moveTo>
                  <a:pt x="0" y="37"/>
                </a:moveTo>
                <a:lnTo>
                  <a:pt x="0" y="0"/>
                </a:lnTo>
                <a:lnTo>
                  <a:pt x="41" y="0"/>
                </a:lnTo>
                <a:lnTo>
                  <a:pt x="41" y="37"/>
                </a:lnTo>
                <a:lnTo>
                  <a:pt x="0" y="37"/>
                </a:lnTo>
                <a:close/>
                <a:moveTo>
                  <a:pt x="0" y="242"/>
                </a:moveTo>
                <a:lnTo>
                  <a:pt x="0" y="59"/>
                </a:lnTo>
                <a:lnTo>
                  <a:pt x="41" y="59"/>
                </a:lnTo>
                <a:lnTo>
                  <a:pt x="41" y="242"/>
                </a:lnTo>
                <a:lnTo>
                  <a:pt x="0" y="24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4" name="Google Shape;1924;g34bee32ac2f_0_442"/>
          <p:cNvSpPr/>
          <p:nvPr/>
        </p:nvSpPr>
        <p:spPr>
          <a:xfrm>
            <a:off x="3372995" y="593762"/>
            <a:ext cx="1794600" cy="432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latin typeface="Calibri"/>
                <a:ea typeface="Calibri"/>
                <a:cs typeface="Calibri"/>
                <a:sym typeface="Calibri"/>
              </a:rPr>
              <a:t>App</a:t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5" name="Google Shape;1925;g34bee32ac2f_0_442"/>
          <p:cNvSpPr/>
          <p:nvPr/>
        </p:nvSpPr>
        <p:spPr>
          <a:xfrm>
            <a:off x="1578322" y="2769254"/>
            <a:ext cx="1794600" cy="46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latin typeface="Calibri"/>
                <a:ea typeface="Calibri"/>
                <a:cs typeface="Calibri"/>
                <a:sym typeface="Calibri"/>
              </a:rPr>
              <a:t>Form</a:t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6" name="Google Shape;1926;g34bee32ac2f_0_442"/>
          <p:cNvSpPr/>
          <p:nvPr/>
        </p:nvSpPr>
        <p:spPr>
          <a:xfrm>
            <a:off x="5167650" y="2769254"/>
            <a:ext cx="1794600" cy="46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latin typeface="Calibri"/>
                <a:ea typeface="Calibri"/>
                <a:cs typeface="Calibri"/>
                <a:sym typeface="Calibri"/>
              </a:rPr>
              <a:t>List</a:t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7" name="Google Shape;1927;g34bee32ac2f_0_442"/>
          <p:cNvSpPr/>
          <p:nvPr/>
        </p:nvSpPr>
        <p:spPr>
          <a:xfrm>
            <a:off x="1487500" y="2612891"/>
            <a:ext cx="1976400" cy="16614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8" name="Google Shape;1928;g34bee32ac2f_0_442"/>
          <p:cNvSpPr/>
          <p:nvPr/>
        </p:nvSpPr>
        <p:spPr>
          <a:xfrm>
            <a:off x="5076828" y="2612891"/>
            <a:ext cx="1976400" cy="16614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9" name="Google Shape;1929;g34bee32ac2f_0_442"/>
          <p:cNvSpPr/>
          <p:nvPr/>
        </p:nvSpPr>
        <p:spPr>
          <a:xfrm>
            <a:off x="1578331" y="3361384"/>
            <a:ext cx="1794600" cy="346200"/>
          </a:xfrm>
          <a:prstGeom prst="rect">
            <a:avLst/>
          </a:prstGeom>
          <a:solidFill>
            <a:srgbClr val="FF99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latin typeface="Calibri"/>
                <a:ea typeface="Calibri"/>
                <a:cs typeface="Calibri"/>
                <a:sym typeface="Calibri"/>
              </a:rPr>
              <a:t>items</a:t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0" name="Google Shape;1930;g34bee32ac2f_0_442"/>
          <p:cNvSpPr/>
          <p:nvPr/>
        </p:nvSpPr>
        <p:spPr>
          <a:xfrm>
            <a:off x="1578400" y="3832300"/>
            <a:ext cx="1794600" cy="371400"/>
          </a:xfrm>
          <a:prstGeom prst="rect">
            <a:avLst/>
          </a:prstGeom>
          <a:solidFill>
            <a:srgbClr val="CE917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latin typeface="Calibri"/>
                <a:ea typeface="Calibri"/>
                <a:cs typeface="Calibri"/>
                <a:sym typeface="Calibri"/>
              </a:rPr>
              <a:t>add_item()</a:t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1" name="Google Shape;1931;g34bee32ac2f_0_442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6" name="Shape 1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7" name="Google Shape;1937;g34bee32ac2f_0_488"/>
          <p:cNvSpPr/>
          <p:nvPr/>
        </p:nvSpPr>
        <p:spPr>
          <a:xfrm>
            <a:off x="3266288" y="634500"/>
            <a:ext cx="2085600" cy="17817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8" name="Google Shape;1938;g34bee32ac2f_0_488"/>
          <p:cNvSpPr/>
          <p:nvPr/>
        </p:nvSpPr>
        <p:spPr>
          <a:xfrm>
            <a:off x="294878" y="287688"/>
            <a:ext cx="60152" cy="63317"/>
          </a:xfrm>
          <a:custGeom>
            <a:rect b="b" l="l" r="r" t="t"/>
            <a:pathLst>
              <a:path extrusionOk="0" h="140" w="133">
                <a:moveTo>
                  <a:pt x="133" y="72"/>
                </a:moveTo>
                <a:lnTo>
                  <a:pt x="84" y="54"/>
                </a:lnTo>
                <a:lnTo>
                  <a:pt x="86" y="0"/>
                </a:lnTo>
                <a:lnTo>
                  <a:pt x="53" y="43"/>
                </a:lnTo>
                <a:lnTo>
                  <a:pt x="4" y="23"/>
                </a:lnTo>
                <a:lnTo>
                  <a:pt x="33" y="68"/>
                </a:lnTo>
                <a:lnTo>
                  <a:pt x="0" y="109"/>
                </a:lnTo>
                <a:lnTo>
                  <a:pt x="51" y="95"/>
                </a:lnTo>
                <a:lnTo>
                  <a:pt x="80" y="140"/>
                </a:lnTo>
                <a:lnTo>
                  <a:pt x="82" y="86"/>
                </a:lnTo>
                <a:lnTo>
                  <a:pt x="133" y="7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9" name="Google Shape;1939;g34bee32ac2f_0_488"/>
          <p:cNvSpPr/>
          <p:nvPr/>
        </p:nvSpPr>
        <p:spPr>
          <a:xfrm>
            <a:off x="297592" y="202209"/>
            <a:ext cx="19448" cy="92715"/>
          </a:xfrm>
          <a:custGeom>
            <a:rect b="b" l="l" r="r" t="t"/>
            <a:pathLst>
              <a:path extrusionOk="0" h="205" w="43">
                <a:moveTo>
                  <a:pt x="43" y="0"/>
                </a:moveTo>
                <a:lnTo>
                  <a:pt x="0" y="45"/>
                </a:lnTo>
                <a:lnTo>
                  <a:pt x="0" y="205"/>
                </a:lnTo>
                <a:lnTo>
                  <a:pt x="43" y="164"/>
                </a:lnTo>
                <a:lnTo>
                  <a:pt x="43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0" name="Google Shape;1940;g34bee32ac2f_0_488"/>
          <p:cNvSpPr/>
          <p:nvPr/>
        </p:nvSpPr>
        <p:spPr>
          <a:xfrm>
            <a:off x="212114" y="148390"/>
            <a:ext cx="19448" cy="194927"/>
          </a:xfrm>
          <a:custGeom>
            <a:rect b="b" l="l" r="r" t="t"/>
            <a:pathLst>
              <a:path extrusionOk="0" h="431" w="43">
                <a:moveTo>
                  <a:pt x="0" y="0"/>
                </a:moveTo>
                <a:lnTo>
                  <a:pt x="43" y="47"/>
                </a:lnTo>
                <a:lnTo>
                  <a:pt x="43" y="431"/>
                </a:lnTo>
                <a:lnTo>
                  <a:pt x="0" y="390"/>
                </a:lnTo>
                <a:lnTo>
                  <a:pt x="0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1" name="Google Shape;1941;g34bee32ac2f_0_488"/>
          <p:cNvSpPr/>
          <p:nvPr/>
        </p:nvSpPr>
        <p:spPr>
          <a:xfrm>
            <a:off x="239701" y="171455"/>
            <a:ext cx="19448" cy="265933"/>
          </a:xfrm>
          <a:custGeom>
            <a:rect b="b" l="l" r="r" t="t"/>
            <a:pathLst>
              <a:path extrusionOk="0" h="588" w="43">
                <a:moveTo>
                  <a:pt x="43" y="43"/>
                </a:moveTo>
                <a:lnTo>
                  <a:pt x="0" y="0"/>
                </a:lnTo>
                <a:lnTo>
                  <a:pt x="0" y="23"/>
                </a:lnTo>
                <a:lnTo>
                  <a:pt x="0" y="23"/>
                </a:lnTo>
                <a:lnTo>
                  <a:pt x="0" y="261"/>
                </a:lnTo>
                <a:lnTo>
                  <a:pt x="0" y="261"/>
                </a:lnTo>
                <a:lnTo>
                  <a:pt x="0" y="284"/>
                </a:lnTo>
                <a:lnTo>
                  <a:pt x="0" y="417"/>
                </a:lnTo>
                <a:lnTo>
                  <a:pt x="0" y="442"/>
                </a:lnTo>
                <a:lnTo>
                  <a:pt x="0" y="442"/>
                </a:lnTo>
                <a:lnTo>
                  <a:pt x="0" y="442"/>
                </a:lnTo>
                <a:lnTo>
                  <a:pt x="0" y="461"/>
                </a:lnTo>
                <a:lnTo>
                  <a:pt x="0" y="461"/>
                </a:lnTo>
                <a:lnTo>
                  <a:pt x="0" y="467"/>
                </a:lnTo>
                <a:lnTo>
                  <a:pt x="0" y="487"/>
                </a:lnTo>
                <a:lnTo>
                  <a:pt x="0" y="487"/>
                </a:lnTo>
                <a:lnTo>
                  <a:pt x="2" y="500"/>
                </a:lnTo>
                <a:lnTo>
                  <a:pt x="4" y="516"/>
                </a:lnTo>
                <a:lnTo>
                  <a:pt x="7" y="530"/>
                </a:lnTo>
                <a:lnTo>
                  <a:pt x="13" y="541"/>
                </a:lnTo>
                <a:lnTo>
                  <a:pt x="19" y="555"/>
                </a:lnTo>
                <a:lnTo>
                  <a:pt x="25" y="567"/>
                </a:lnTo>
                <a:lnTo>
                  <a:pt x="33" y="578"/>
                </a:lnTo>
                <a:lnTo>
                  <a:pt x="43" y="588"/>
                </a:lnTo>
                <a:lnTo>
                  <a:pt x="43" y="4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2" name="Google Shape;1942;g34bee32ac2f_0_488"/>
          <p:cNvSpPr/>
          <p:nvPr/>
        </p:nvSpPr>
        <p:spPr>
          <a:xfrm>
            <a:off x="268647" y="201305"/>
            <a:ext cx="19448" cy="255531"/>
          </a:xfrm>
          <a:custGeom>
            <a:rect b="b" l="l" r="r" t="t"/>
            <a:pathLst>
              <a:path extrusionOk="0" h="565" w="43">
                <a:moveTo>
                  <a:pt x="43" y="329"/>
                </a:moveTo>
                <a:lnTo>
                  <a:pt x="43" y="329"/>
                </a:lnTo>
                <a:lnTo>
                  <a:pt x="43" y="232"/>
                </a:lnTo>
                <a:lnTo>
                  <a:pt x="43" y="208"/>
                </a:lnTo>
                <a:lnTo>
                  <a:pt x="43" y="208"/>
                </a:lnTo>
                <a:lnTo>
                  <a:pt x="43" y="43"/>
                </a:lnTo>
                <a:lnTo>
                  <a:pt x="0" y="0"/>
                </a:lnTo>
                <a:lnTo>
                  <a:pt x="0" y="542"/>
                </a:lnTo>
                <a:lnTo>
                  <a:pt x="0" y="542"/>
                </a:lnTo>
                <a:lnTo>
                  <a:pt x="19" y="555"/>
                </a:lnTo>
                <a:lnTo>
                  <a:pt x="41" y="565"/>
                </a:lnTo>
                <a:lnTo>
                  <a:pt x="41" y="565"/>
                </a:lnTo>
                <a:lnTo>
                  <a:pt x="43" y="565"/>
                </a:lnTo>
                <a:lnTo>
                  <a:pt x="43" y="32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3" name="Google Shape;1943;g34bee32ac2f_0_488"/>
          <p:cNvSpPr/>
          <p:nvPr/>
        </p:nvSpPr>
        <p:spPr>
          <a:xfrm>
            <a:off x="298496" y="332462"/>
            <a:ext cx="82765" cy="129801"/>
          </a:xfrm>
          <a:custGeom>
            <a:rect b="b" l="l" r="r" t="t"/>
            <a:pathLst>
              <a:path extrusionOk="0" h="287" w="183">
                <a:moveTo>
                  <a:pt x="181" y="109"/>
                </a:moveTo>
                <a:lnTo>
                  <a:pt x="181" y="109"/>
                </a:lnTo>
                <a:lnTo>
                  <a:pt x="175" y="90"/>
                </a:lnTo>
                <a:lnTo>
                  <a:pt x="170" y="72"/>
                </a:lnTo>
                <a:lnTo>
                  <a:pt x="160" y="57"/>
                </a:lnTo>
                <a:lnTo>
                  <a:pt x="148" y="41"/>
                </a:lnTo>
                <a:lnTo>
                  <a:pt x="135" y="28"/>
                </a:lnTo>
                <a:lnTo>
                  <a:pt x="121" y="16"/>
                </a:lnTo>
                <a:lnTo>
                  <a:pt x="105" y="6"/>
                </a:lnTo>
                <a:lnTo>
                  <a:pt x="88" y="0"/>
                </a:lnTo>
                <a:lnTo>
                  <a:pt x="88" y="0"/>
                </a:lnTo>
                <a:lnTo>
                  <a:pt x="103" y="10"/>
                </a:lnTo>
                <a:lnTo>
                  <a:pt x="103" y="10"/>
                </a:lnTo>
                <a:lnTo>
                  <a:pt x="113" y="22"/>
                </a:lnTo>
                <a:lnTo>
                  <a:pt x="123" y="35"/>
                </a:lnTo>
                <a:lnTo>
                  <a:pt x="129" y="51"/>
                </a:lnTo>
                <a:lnTo>
                  <a:pt x="131" y="68"/>
                </a:lnTo>
                <a:lnTo>
                  <a:pt x="131" y="68"/>
                </a:lnTo>
                <a:lnTo>
                  <a:pt x="129" y="86"/>
                </a:lnTo>
                <a:lnTo>
                  <a:pt x="123" y="100"/>
                </a:lnTo>
                <a:lnTo>
                  <a:pt x="117" y="113"/>
                </a:lnTo>
                <a:lnTo>
                  <a:pt x="107" y="125"/>
                </a:lnTo>
                <a:lnTo>
                  <a:pt x="96" y="137"/>
                </a:lnTo>
                <a:lnTo>
                  <a:pt x="82" y="142"/>
                </a:lnTo>
                <a:lnTo>
                  <a:pt x="66" y="148"/>
                </a:lnTo>
                <a:lnTo>
                  <a:pt x="51" y="150"/>
                </a:lnTo>
                <a:lnTo>
                  <a:pt x="51" y="150"/>
                </a:lnTo>
                <a:lnTo>
                  <a:pt x="35" y="148"/>
                </a:lnTo>
                <a:lnTo>
                  <a:pt x="22" y="144"/>
                </a:lnTo>
                <a:lnTo>
                  <a:pt x="10" y="139"/>
                </a:lnTo>
                <a:lnTo>
                  <a:pt x="0" y="129"/>
                </a:lnTo>
                <a:lnTo>
                  <a:pt x="0" y="283"/>
                </a:lnTo>
                <a:lnTo>
                  <a:pt x="0" y="283"/>
                </a:lnTo>
                <a:lnTo>
                  <a:pt x="16" y="285"/>
                </a:lnTo>
                <a:lnTo>
                  <a:pt x="31" y="287"/>
                </a:lnTo>
                <a:lnTo>
                  <a:pt x="49" y="287"/>
                </a:lnTo>
                <a:lnTo>
                  <a:pt x="64" y="285"/>
                </a:lnTo>
                <a:lnTo>
                  <a:pt x="64" y="285"/>
                </a:lnTo>
                <a:lnTo>
                  <a:pt x="82" y="279"/>
                </a:lnTo>
                <a:lnTo>
                  <a:pt x="99" y="273"/>
                </a:lnTo>
                <a:lnTo>
                  <a:pt x="115" y="263"/>
                </a:lnTo>
                <a:lnTo>
                  <a:pt x="129" y="253"/>
                </a:lnTo>
                <a:lnTo>
                  <a:pt x="142" y="242"/>
                </a:lnTo>
                <a:lnTo>
                  <a:pt x="152" y="230"/>
                </a:lnTo>
                <a:lnTo>
                  <a:pt x="162" y="216"/>
                </a:lnTo>
                <a:lnTo>
                  <a:pt x="170" y="201"/>
                </a:lnTo>
                <a:lnTo>
                  <a:pt x="170" y="201"/>
                </a:lnTo>
                <a:lnTo>
                  <a:pt x="172" y="197"/>
                </a:lnTo>
                <a:lnTo>
                  <a:pt x="172" y="197"/>
                </a:lnTo>
                <a:lnTo>
                  <a:pt x="172" y="197"/>
                </a:lnTo>
                <a:lnTo>
                  <a:pt x="179" y="176"/>
                </a:lnTo>
                <a:lnTo>
                  <a:pt x="183" y="154"/>
                </a:lnTo>
                <a:lnTo>
                  <a:pt x="183" y="131"/>
                </a:lnTo>
                <a:lnTo>
                  <a:pt x="181" y="109"/>
                </a:lnTo>
                <a:lnTo>
                  <a:pt x="181" y="10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4" name="Google Shape;1944;g34bee32ac2f_0_488"/>
          <p:cNvSpPr/>
          <p:nvPr/>
        </p:nvSpPr>
        <p:spPr>
          <a:xfrm>
            <a:off x="423775" y="210802"/>
            <a:ext cx="128443" cy="145630"/>
          </a:xfrm>
          <a:custGeom>
            <a:rect b="b" l="l" r="r" t="t"/>
            <a:pathLst>
              <a:path extrusionOk="0" h="322" w="284">
                <a:moveTo>
                  <a:pt x="253" y="302"/>
                </a:moveTo>
                <a:lnTo>
                  <a:pt x="253" y="302"/>
                </a:lnTo>
                <a:lnTo>
                  <a:pt x="239" y="310"/>
                </a:lnTo>
                <a:lnTo>
                  <a:pt x="222" y="316"/>
                </a:lnTo>
                <a:lnTo>
                  <a:pt x="200" y="320"/>
                </a:lnTo>
                <a:lnTo>
                  <a:pt x="175" y="322"/>
                </a:lnTo>
                <a:lnTo>
                  <a:pt x="0" y="322"/>
                </a:lnTo>
                <a:lnTo>
                  <a:pt x="0" y="0"/>
                </a:lnTo>
                <a:lnTo>
                  <a:pt x="163" y="0"/>
                </a:lnTo>
                <a:lnTo>
                  <a:pt x="163" y="0"/>
                </a:lnTo>
                <a:lnTo>
                  <a:pt x="189" y="0"/>
                </a:lnTo>
                <a:lnTo>
                  <a:pt x="189" y="0"/>
                </a:lnTo>
                <a:lnTo>
                  <a:pt x="200" y="2"/>
                </a:lnTo>
                <a:lnTo>
                  <a:pt x="200" y="2"/>
                </a:lnTo>
                <a:lnTo>
                  <a:pt x="206" y="4"/>
                </a:lnTo>
                <a:lnTo>
                  <a:pt x="206" y="4"/>
                </a:lnTo>
                <a:lnTo>
                  <a:pt x="228" y="8"/>
                </a:lnTo>
                <a:lnTo>
                  <a:pt x="249" y="16"/>
                </a:lnTo>
                <a:lnTo>
                  <a:pt x="249" y="16"/>
                </a:lnTo>
                <a:lnTo>
                  <a:pt x="259" y="22"/>
                </a:lnTo>
                <a:lnTo>
                  <a:pt x="266" y="30"/>
                </a:lnTo>
                <a:lnTo>
                  <a:pt x="272" y="39"/>
                </a:lnTo>
                <a:lnTo>
                  <a:pt x="276" y="51"/>
                </a:lnTo>
                <a:lnTo>
                  <a:pt x="280" y="71"/>
                </a:lnTo>
                <a:lnTo>
                  <a:pt x="282" y="96"/>
                </a:lnTo>
                <a:lnTo>
                  <a:pt x="282" y="96"/>
                </a:lnTo>
                <a:lnTo>
                  <a:pt x="282" y="106"/>
                </a:lnTo>
                <a:lnTo>
                  <a:pt x="278" y="113"/>
                </a:lnTo>
                <a:lnTo>
                  <a:pt x="274" y="121"/>
                </a:lnTo>
                <a:lnTo>
                  <a:pt x="268" y="131"/>
                </a:lnTo>
                <a:lnTo>
                  <a:pt x="268" y="131"/>
                </a:lnTo>
                <a:lnTo>
                  <a:pt x="255" y="147"/>
                </a:lnTo>
                <a:lnTo>
                  <a:pt x="235" y="160"/>
                </a:lnTo>
                <a:lnTo>
                  <a:pt x="235" y="160"/>
                </a:lnTo>
                <a:lnTo>
                  <a:pt x="245" y="166"/>
                </a:lnTo>
                <a:lnTo>
                  <a:pt x="255" y="174"/>
                </a:lnTo>
                <a:lnTo>
                  <a:pt x="263" y="180"/>
                </a:lnTo>
                <a:lnTo>
                  <a:pt x="270" y="189"/>
                </a:lnTo>
                <a:lnTo>
                  <a:pt x="270" y="189"/>
                </a:lnTo>
                <a:lnTo>
                  <a:pt x="276" y="199"/>
                </a:lnTo>
                <a:lnTo>
                  <a:pt x="280" y="211"/>
                </a:lnTo>
                <a:lnTo>
                  <a:pt x="282" y="226"/>
                </a:lnTo>
                <a:lnTo>
                  <a:pt x="284" y="244"/>
                </a:lnTo>
                <a:lnTo>
                  <a:pt x="284" y="244"/>
                </a:lnTo>
                <a:lnTo>
                  <a:pt x="282" y="261"/>
                </a:lnTo>
                <a:lnTo>
                  <a:pt x="276" y="277"/>
                </a:lnTo>
                <a:lnTo>
                  <a:pt x="266" y="291"/>
                </a:lnTo>
                <a:lnTo>
                  <a:pt x="253" y="302"/>
                </a:lnTo>
                <a:lnTo>
                  <a:pt x="253" y="302"/>
                </a:lnTo>
                <a:close/>
                <a:moveTo>
                  <a:pt x="198" y="67"/>
                </a:moveTo>
                <a:lnTo>
                  <a:pt x="198" y="67"/>
                </a:lnTo>
                <a:lnTo>
                  <a:pt x="191" y="63"/>
                </a:lnTo>
                <a:lnTo>
                  <a:pt x="183" y="61"/>
                </a:lnTo>
                <a:lnTo>
                  <a:pt x="175" y="59"/>
                </a:lnTo>
                <a:lnTo>
                  <a:pt x="165" y="57"/>
                </a:lnTo>
                <a:lnTo>
                  <a:pt x="66" y="57"/>
                </a:lnTo>
                <a:lnTo>
                  <a:pt x="66" y="133"/>
                </a:lnTo>
                <a:lnTo>
                  <a:pt x="165" y="133"/>
                </a:lnTo>
                <a:lnTo>
                  <a:pt x="165" y="133"/>
                </a:lnTo>
                <a:lnTo>
                  <a:pt x="183" y="129"/>
                </a:lnTo>
                <a:lnTo>
                  <a:pt x="191" y="127"/>
                </a:lnTo>
                <a:lnTo>
                  <a:pt x="196" y="123"/>
                </a:lnTo>
                <a:lnTo>
                  <a:pt x="196" y="123"/>
                </a:lnTo>
                <a:lnTo>
                  <a:pt x="202" y="119"/>
                </a:lnTo>
                <a:lnTo>
                  <a:pt x="206" y="113"/>
                </a:lnTo>
                <a:lnTo>
                  <a:pt x="208" y="106"/>
                </a:lnTo>
                <a:lnTo>
                  <a:pt x="210" y="96"/>
                </a:lnTo>
                <a:lnTo>
                  <a:pt x="210" y="96"/>
                </a:lnTo>
                <a:lnTo>
                  <a:pt x="208" y="86"/>
                </a:lnTo>
                <a:lnTo>
                  <a:pt x="206" y="78"/>
                </a:lnTo>
                <a:lnTo>
                  <a:pt x="202" y="73"/>
                </a:lnTo>
                <a:lnTo>
                  <a:pt x="198" y="67"/>
                </a:lnTo>
                <a:lnTo>
                  <a:pt x="198" y="67"/>
                </a:lnTo>
                <a:close/>
                <a:moveTo>
                  <a:pt x="198" y="197"/>
                </a:moveTo>
                <a:lnTo>
                  <a:pt x="198" y="197"/>
                </a:lnTo>
                <a:lnTo>
                  <a:pt x="194" y="195"/>
                </a:lnTo>
                <a:lnTo>
                  <a:pt x="185" y="193"/>
                </a:lnTo>
                <a:lnTo>
                  <a:pt x="159" y="191"/>
                </a:lnTo>
                <a:lnTo>
                  <a:pt x="120" y="189"/>
                </a:lnTo>
                <a:lnTo>
                  <a:pt x="66" y="189"/>
                </a:lnTo>
                <a:lnTo>
                  <a:pt x="66" y="265"/>
                </a:lnTo>
                <a:lnTo>
                  <a:pt x="165" y="265"/>
                </a:lnTo>
                <a:lnTo>
                  <a:pt x="165" y="265"/>
                </a:lnTo>
                <a:lnTo>
                  <a:pt x="183" y="263"/>
                </a:lnTo>
                <a:lnTo>
                  <a:pt x="191" y="260"/>
                </a:lnTo>
                <a:lnTo>
                  <a:pt x="198" y="258"/>
                </a:lnTo>
                <a:lnTo>
                  <a:pt x="198" y="258"/>
                </a:lnTo>
                <a:lnTo>
                  <a:pt x="204" y="252"/>
                </a:lnTo>
                <a:lnTo>
                  <a:pt x="208" y="246"/>
                </a:lnTo>
                <a:lnTo>
                  <a:pt x="210" y="238"/>
                </a:lnTo>
                <a:lnTo>
                  <a:pt x="210" y="228"/>
                </a:lnTo>
                <a:lnTo>
                  <a:pt x="210" y="228"/>
                </a:lnTo>
                <a:lnTo>
                  <a:pt x="210" y="219"/>
                </a:lnTo>
                <a:lnTo>
                  <a:pt x="208" y="211"/>
                </a:lnTo>
                <a:lnTo>
                  <a:pt x="204" y="203"/>
                </a:lnTo>
                <a:lnTo>
                  <a:pt x="198" y="197"/>
                </a:lnTo>
                <a:lnTo>
                  <a:pt x="198" y="19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5" name="Google Shape;1945;g34bee32ac2f_0_488"/>
          <p:cNvSpPr/>
          <p:nvPr/>
        </p:nvSpPr>
        <p:spPr>
          <a:xfrm>
            <a:off x="560811" y="210802"/>
            <a:ext cx="125279" cy="145630"/>
          </a:xfrm>
          <a:custGeom>
            <a:rect b="b" l="l" r="r" t="t"/>
            <a:pathLst>
              <a:path extrusionOk="0" h="322" w="277">
                <a:moveTo>
                  <a:pt x="174" y="57"/>
                </a:moveTo>
                <a:lnTo>
                  <a:pt x="174" y="322"/>
                </a:lnTo>
                <a:lnTo>
                  <a:pt x="104" y="322"/>
                </a:lnTo>
                <a:lnTo>
                  <a:pt x="104" y="57"/>
                </a:lnTo>
                <a:lnTo>
                  <a:pt x="0" y="57"/>
                </a:lnTo>
                <a:lnTo>
                  <a:pt x="0" y="0"/>
                </a:lnTo>
                <a:lnTo>
                  <a:pt x="277" y="0"/>
                </a:lnTo>
                <a:lnTo>
                  <a:pt x="277" y="57"/>
                </a:lnTo>
                <a:lnTo>
                  <a:pt x="174" y="5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6" name="Google Shape;1946;g34bee32ac2f_0_488"/>
          <p:cNvSpPr/>
          <p:nvPr/>
        </p:nvSpPr>
        <p:spPr>
          <a:xfrm>
            <a:off x="701014" y="210802"/>
            <a:ext cx="125279" cy="145630"/>
          </a:xfrm>
          <a:custGeom>
            <a:rect b="b" l="l" r="r" t="t"/>
            <a:pathLst>
              <a:path extrusionOk="0" h="322" w="277">
                <a:moveTo>
                  <a:pt x="189" y="322"/>
                </a:moveTo>
                <a:lnTo>
                  <a:pt x="68" y="162"/>
                </a:lnTo>
                <a:lnTo>
                  <a:pt x="68" y="322"/>
                </a:lnTo>
                <a:lnTo>
                  <a:pt x="0" y="322"/>
                </a:lnTo>
                <a:lnTo>
                  <a:pt x="0" y="0"/>
                </a:lnTo>
                <a:lnTo>
                  <a:pt x="68" y="0"/>
                </a:lnTo>
                <a:lnTo>
                  <a:pt x="68" y="154"/>
                </a:lnTo>
                <a:lnTo>
                  <a:pt x="195" y="0"/>
                </a:lnTo>
                <a:lnTo>
                  <a:pt x="275" y="0"/>
                </a:lnTo>
                <a:lnTo>
                  <a:pt x="146" y="158"/>
                </a:lnTo>
                <a:lnTo>
                  <a:pt x="277" y="322"/>
                </a:lnTo>
                <a:lnTo>
                  <a:pt x="189" y="32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7" name="Google Shape;1947;g34bee32ac2f_0_488"/>
          <p:cNvSpPr/>
          <p:nvPr/>
        </p:nvSpPr>
        <p:spPr>
          <a:xfrm>
            <a:off x="419252" y="377689"/>
            <a:ext cx="89097" cy="82765"/>
          </a:xfrm>
          <a:custGeom>
            <a:rect b="b" l="l" r="r" t="t"/>
            <a:pathLst>
              <a:path extrusionOk="0" h="183" w="197">
                <a:moveTo>
                  <a:pt x="154" y="183"/>
                </a:moveTo>
                <a:lnTo>
                  <a:pt x="136" y="140"/>
                </a:lnTo>
                <a:lnTo>
                  <a:pt x="56" y="140"/>
                </a:lnTo>
                <a:lnTo>
                  <a:pt x="41" y="183"/>
                </a:lnTo>
                <a:lnTo>
                  <a:pt x="0" y="183"/>
                </a:lnTo>
                <a:lnTo>
                  <a:pt x="78" y="0"/>
                </a:lnTo>
                <a:lnTo>
                  <a:pt x="117" y="0"/>
                </a:lnTo>
                <a:lnTo>
                  <a:pt x="197" y="183"/>
                </a:lnTo>
                <a:lnTo>
                  <a:pt x="154" y="183"/>
                </a:lnTo>
                <a:close/>
                <a:moveTo>
                  <a:pt x="95" y="37"/>
                </a:moveTo>
                <a:lnTo>
                  <a:pt x="68" y="107"/>
                </a:lnTo>
                <a:lnTo>
                  <a:pt x="125" y="107"/>
                </a:lnTo>
                <a:lnTo>
                  <a:pt x="95" y="3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8" name="Google Shape;1948;g34bee32ac2f_0_488"/>
          <p:cNvSpPr/>
          <p:nvPr/>
        </p:nvSpPr>
        <p:spPr>
          <a:xfrm>
            <a:off x="513323" y="377689"/>
            <a:ext cx="71459" cy="82765"/>
          </a:xfrm>
          <a:custGeom>
            <a:rect b="b" l="l" r="r" t="t"/>
            <a:pathLst>
              <a:path extrusionOk="0" h="183" w="158">
                <a:moveTo>
                  <a:pt x="109" y="183"/>
                </a:moveTo>
                <a:lnTo>
                  <a:pt x="39" y="93"/>
                </a:lnTo>
                <a:lnTo>
                  <a:pt x="39" y="183"/>
                </a:lnTo>
                <a:lnTo>
                  <a:pt x="0" y="183"/>
                </a:lnTo>
                <a:lnTo>
                  <a:pt x="0" y="0"/>
                </a:lnTo>
                <a:lnTo>
                  <a:pt x="39" y="0"/>
                </a:lnTo>
                <a:lnTo>
                  <a:pt x="39" y="89"/>
                </a:lnTo>
                <a:lnTo>
                  <a:pt x="111" y="0"/>
                </a:lnTo>
                <a:lnTo>
                  <a:pt x="158" y="0"/>
                </a:lnTo>
                <a:lnTo>
                  <a:pt x="84" y="89"/>
                </a:lnTo>
                <a:lnTo>
                  <a:pt x="158" y="183"/>
                </a:lnTo>
                <a:lnTo>
                  <a:pt x="109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9" name="Google Shape;1949;g34bee32ac2f_0_488"/>
          <p:cNvSpPr/>
          <p:nvPr/>
        </p:nvSpPr>
        <p:spPr>
          <a:xfrm>
            <a:off x="579354" y="377689"/>
            <a:ext cx="89097" cy="82765"/>
          </a:xfrm>
          <a:custGeom>
            <a:rect b="b" l="l" r="r" t="t"/>
            <a:pathLst>
              <a:path extrusionOk="0" h="183" w="197">
                <a:moveTo>
                  <a:pt x="154" y="183"/>
                </a:moveTo>
                <a:lnTo>
                  <a:pt x="137" y="140"/>
                </a:lnTo>
                <a:lnTo>
                  <a:pt x="59" y="140"/>
                </a:lnTo>
                <a:lnTo>
                  <a:pt x="41" y="183"/>
                </a:lnTo>
                <a:lnTo>
                  <a:pt x="0" y="183"/>
                </a:lnTo>
                <a:lnTo>
                  <a:pt x="78" y="0"/>
                </a:lnTo>
                <a:lnTo>
                  <a:pt x="119" y="0"/>
                </a:lnTo>
                <a:lnTo>
                  <a:pt x="197" y="183"/>
                </a:lnTo>
                <a:lnTo>
                  <a:pt x="154" y="183"/>
                </a:lnTo>
                <a:close/>
                <a:moveTo>
                  <a:pt x="98" y="37"/>
                </a:moveTo>
                <a:lnTo>
                  <a:pt x="70" y="107"/>
                </a:lnTo>
                <a:lnTo>
                  <a:pt x="125" y="107"/>
                </a:lnTo>
                <a:lnTo>
                  <a:pt x="98" y="3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0" name="Google Shape;1950;g34bee32ac2f_0_488"/>
          <p:cNvSpPr/>
          <p:nvPr/>
        </p:nvSpPr>
        <p:spPr>
          <a:xfrm>
            <a:off x="674783" y="377689"/>
            <a:ext cx="76433" cy="82765"/>
          </a:xfrm>
          <a:custGeom>
            <a:rect b="b" l="l" r="r" t="t"/>
            <a:pathLst>
              <a:path extrusionOk="0" h="183" w="169">
                <a:moveTo>
                  <a:pt x="169" y="85"/>
                </a:moveTo>
                <a:lnTo>
                  <a:pt x="169" y="91"/>
                </a:lnTo>
                <a:lnTo>
                  <a:pt x="169" y="95"/>
                </a:lnTo>
                <a:lnTo>
                  <a:pt x="169" y="99"/>
                </a:lnTo>
                <a:lnTo>
                  <a:pt x="169" y="101"/>
                </a:lnTo>
                <a:lnTo>
                  <a:pt x="169" y="101"/>
                </a:lnTo>
                <a:lnTo>
                  <a:pt x="169" y="111"/>
                </a:lnTo>
                <a:lnTo>
                  <a:pt x="169" y="111"/>
                </a:lnTo>
                <a:lnTo>
                  <a:pt x="167" y="116"/>
                </a:lnTo>
                <a:lnTo>
                  <a:pt x="167" y="116"/>
                </a:lnTo>
                <a:lnTo>
                  <a:pt x="167" y="124"/>
                </a:lnTo>
                <a:lnTo>
                  <a:pt x="167" y="124"/>
                </a:lnTo>
                <a:lnTo>
                  <a:pt x="165" y="132"/>
                </a:lnTo>
                <a:lnTo>
                  <a:pt x="165" y="132"/>
                </a:lnTo>
                <a:lnTo>
                  <a:pt x="165" y="134"/>
                </a:lnTo>
                <a:lnTo>
                  <a:pt x="165" y="134"/>
                </a:lnTo>
                <a:lnTo>
                  <a:pt x="165" y="138"/>
                </a:lnTo>
                <a:lnTo>
                  <a:pt x="165" y="138"/>
                </a:lnTo>
                <a:lnTo>
                  <a:pt x="161" y="142"/>
                </a:lnTo>
                <a:lnTo>
                  <a:pt x="161" y="142"/>
                </a:lnTo>
                <a:lnTo>
                  <a:pt x="157" y="152"/>
                </a:lnTo>
                <a:lnTo>
                  <a:pt x="150" y="161"/>
                </a:lnTo>
                <a:lnTo>
                  <a:pt x="150" y="161"/>
                </a:lnTo>
                <a:lnTo>
                  <a:pt x="134" y="173"/>
                </a:lnTo>
                <a:lnTo>
                  <a:pt x="118" y="179"/>
                </a:lnTo>
                <a:lnTo>
                  <a:pt x="118" y="179"/>
                </a:lnTo>
                <a:lnTo>
                  <a:pt x="103" y="183"/>
                </a:lnTo>
                <a:lnTo>
                  <a:pt x="83" y="183"/>
                </a:lnTo>
                <a:lnTo>
                  <a:pt x="0" y="183"/>
                </a:lnTo>
                <a:lnTo>
                  <a:pt x="0" y="0"/>
                </a:lnTo>
                <a:lnTo>
                  <a:pt x="83" y="0"/>
                </a:lnTo>
                <a:lnTo>
                  <a:pt x="83" y="0"/>
                </a:lnTo>
                <a:lnTo>
                  <a:pt x="103" y="2"/>
                </a:lnTo>
                <a:lnTo>
                  <a:pt x="122" y="7"/>
                </a:lnTo>
                <a:lnTo>
                  <a:pt x="138" y="15"/>
                </a:lnTo>
                <a:lnTo>
                  <a:pt x="150" y="25"/>
                </a:lnTo>
                <a:lnTo>
                  <a:pt x="150" y="25"/>
                </a:lnTo>
                <a:lnTo>
                  <a:pt x="157" y="37"/>
                </a:lnTo>
                <a:lnTo>
                  <a:pt x="165" y="50"/>
                </a:lnTo>
                <a:lnTo>
                  <a:pt x="167" y="64"/>
                </a:lnTo>
                <a:lnTo>
                  <a:pt x="169" y="77"/>
                </a:lnTo>
                <a:lnTo>
                  <a:pt x="169" y="85"/>
                </a:lnTo>
                <a:close/>
                <a:moveTo>
                  <a:pt x="126" y="89"/>
                </a:moveTo>
                <a:lnTo>
                  <a:pt x="126" y="89"/>
                </a:lnTo>
                <a:lnTo>
                  <a:pt x="126" y="79"/>
                </a:lnTo>
                <a:lnTo>
                  <a:pt x="126" y="79"/>
                </a:lnTo>
                <a:lnTo>
                  <a:pt x="126" y="70"/>
                </a:lnTo>
                <a:lnTo>
                  <a:pt x="126" y="70"/>
                </a:lnTo>
                <a:lnTo>
                  <a:pt x="122" y="58"/>
                </a:lnTo>
                <a:lnTo>
                  <a:pt x="118" y="48"/>
                </a:lnTo>
                <a:lnTo>
                  <a:pt x="118" y="48"/>
                </a:lnTo>
                <a:lnTo>
                  <a:pt x="113" y="40"/>
                </a:lnTo>
                <a:lnTo>
                  <a:pt x="103" y="35"/>
                </a:lnTo>
                <a:lnTo>
                  <a:pt x="93" y="33"/>
                </a:lnTo>
                <a:lnTo>
                  <a:pt x="81" y="33"/>
                </a:lnTo>
                <a:lnTo>
                  <a:pt x="37" y="33"/>
                </a:lnTo>
                <a:lnTo>
                  <a:pt x="37" y="152"/>
                </a:lnTo>
                <a:lnTo>
                  <a:pt x="81" y="152"/>
                </a:lnTo>
                <a:lnTo>
                  <a:pt x="93" y="152"/>
                </a:lnTo>
                <a:lnTo>
                  <a:pt x="97" y="152"/>
                </a:lnTo>
                <a:lnTo>
                  <a:pt x="101" y="150"/>
                </a:lnTo>
                <a:lnTo>
                  <a:pt x="101" y="150"/>
                </a:lnTo>
                <a:lnTo>
                  <a:pt x="111" y="146"/>
                </a:lnTo>
                <a:lnTo>
                  <a:pt x="118" y="138"/>
                </a:lnTo>
                <a:lnTo>
                  <a:pt x="122" y="128"/>
                </a:lnTo>
                <a:lnTo>
                  <a:pt x="122" y="128"/>
                </a:lnTo>
                <a:lnTo>
                  <a:pt x="124" y="126"/>
                </a:lnTo>
                <a:lnTo>
                  <a:pt x="124" y="126"/>
                </a:lnTo>
                <a:lnTo>
                  <a:pt x="124" y="120"/>
                </a:lnTo>
                <a:lnTo>
                  <a:pt x="124" y="120"/>
                </a:lnTo>
                <a:lnTo>
                  <a:pt x="126" y="111"/>
                </a:lnTo>
                <a:lnTo>
                  <a:pt x="126" y="111"/>
                </a:lnTo>
                <a:lnTo>
                  <a:pt x="126" y="101"/>
                </a:lnTo>
                <a:lnTo>
                  <a:pt x="126" y="99"/>
                </a:lnTo>
                <a:lnTo>
                  <a:pt x="126" y="93"/>
                </a:lnTo>
                <a:lnTo>
                  <a:pt x="126" y="8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1" name="Google Shape;1951;g34bee32ac2f_0_488"/>
          <p:cNvSpPr/>
          <p:nvPr/>
        </p:nvSpPr>
        <p:spPr>
          <a:xfrm>
            <a:off x="757547" y="377689"/>
            <a:ext cx="68745" cy="82765"/>
          </a:xfrm>
          <a:custGeom>
            <a:rect b="b" l="l" r="r" t="t"/>
            <a:pathLst>
              <a:path extrusionOk="0" h="183" w="152">
                <a:moveTo>
                  <a:pt x="85" y="183"/>
                </a:moveTo>
                <a:lnTo>
                  <a:pt x="70" y="183"/>
                </a:lnTo>
                <a:lnTo>
                  <a:pt x="64" y="183"/>
                </a:lnTo>
                <a:lnTo>
                  <a:pt x="64" y="183"/>
                </a:lnTo>
                <a:lnTo>
                  <a:pt x="58" y="183"/>
                </a:lnTo>
                <a:lnTo>
                  <a:pt x="58" y="183"/>
                </a:lnTo>
                <a:lnTo>
                  <a:pt x="56" y="181"/>
                </a:lnTo>
                <a:lnTo>
                  <a:pt x="56" y="181"/>
                </a:lnTo>
                <a:lnTo>
                  <a:pt x="54" y="181"/>
                </a:lnTo>
                <a:lnTo>
                  <a:pt x="54" y="181"/>
                </a:lnTo>
                <a:lnTo>
                  <a:pt x="43" y="177"/>
                </a:lnTo>
                <a:lnTo>
                  <a:pt x="31" y="169"/>
                </a:lnTo>
                <a:lnTo>
                  <a:pt x="21" y="159"/>
                </a:lnTo>
                <a:lnTo>
                  <a:pt x="13" y="148"/>
                </a:lnTo>
                <a:lnTo>
                  <a:pt x="13" y="148"/>
                </a:lnTo>
                <a:lnTo>
                  <a:pt x="8" y="138"/>
                </a:lnTo>
                <a:lnTo>
                  <a:pt x="4" y="126"/>
                </a:lnTo>
                <a:lnTo>
                  <a:pt x="4" y="126"/>
                </a:lnTo>
                <a:lnTo>
                  <a:pt x="2" y="114"/>
                </a:lnTo>
                <a:lnTo>
                  <a:pt x="0" y="101"/>
                </a:lnTo>
                <a:lnTo>
                  <a:pt x="0" y="101"/>
                </a:lnTo>
                <a:lnTo>
                  <a:pt x="2" y="77"/>
                </a:lnTo>
                <a:lnTo>
                  <a:pt x="4" y="58"/>
                </a:lnTo>
                <a:lnTo>
                  <a:pt x="4" y="58"/>
                </a:lnTo>
                <a:lnTo>
                  <a:pt x="9" y="42"/>
                </a:lnTo>
                <a:lnTo>
                  <a:pt x="19" y="27"/>
                </a:lnTo>
                <a:lnTo>
                  <a:pt x="19" y="27"/>
                </a:lnTo>
                <a:lnTo>
                  <a:pt x="25" y="21"/>
                </a:lnTo>
                <a:lnTo>
                  <a:pt x="31" y="15"/>
                </a:lnTo>
                <a:lnTo>
                  <a:pt x="39" y="11"/>
                </a:lnTo>
                <a:lnTo>
                  <a:pt x="46" y="7"/>
                </a:lnTo>
                <a:lnTo>
                  <a:pt x="46" y="7"/>
                </a:lnTo>
                <a:lnTo>
                  <a:pt x="66" y="2"/>
                </a:lnTo>
                <a:lnTo>
                  <a:pt x="66" y="2"/>
                </a:lnTo>
                <a:lnTo>
                  <a:pt x="93" y="2"/>
                </a:lnTo>
                <a:lnTo>
                  <a:pt x="152" y="0"/>
                </a:lnTo>
                <a:lnTo>
                  <a:pt x="152" y="33"/>
                </a:lnTo>
                <a:lnTo>
                  <a:pt x="87" y="33"/>
                </a:lnTo>
                <a:lnTo>
                  <a:pt x="87" y="33"/>
                </a:lnTo>
                <a:lnTo>
                  <a:pt x="78" y="33"/>
                </a:lnTo>
                <a:lnTo>
                  <a:pt x="68" y="35"/>
                </a:lnTo>
                <a:lnTo>
                  <a:pt x="62" y="39"/>
                </a:lnTo>
                <a:lnTo>
                  <a:pt x="54" y="42"/>
                </a:lnTo>
                <a:lnTo>
                  <a:pt x="50" y="48"/>
                </a:lnTo>
                <a:lnTo>
                  <a:pt x="46" y="56"/>
                </a:lnTo>
                <a:lnTo>
                  <a:pt x="45" y="66"/>
                </a:lnTo>
                <a:lnTo>
                  <a:pt x="45" y="76"/>
                </a:lnTo>
                <a:lnTo>
                  <a:pt x="152" y="76"/>
                </a:lnTo>
                <a:lnTo>
                  <a:pt x="152" y="107"/>
                </a:lnTo>
                <a:lnTo>
                  <a:pt x="45" y="107"/>
                </a:lnTo>
                <a:lnTo>
                  <a:pt x="45" y="107"/>
                </a:lnTo>
                <a:lnTo>
                  <a:pt x="46" y="126"/>
                </a:lnTo>
                <a:lnTo>
                  <a:pt x="46" y="126"/>
                </a:lnTo>
                <a:lnTo>
                  <a:pt x="48" y="132"/>
                </a:lnTo>
                <a:lnTo>
                  <a:pt x="48" y="132"/>
                </a:lnTo>
                <a:lnTo>
                  <a:pt x="52" y="140"/>
                </a:lnTo>
                <a:lnTo>
                  <a:pt x="60" y="146"/>
                </a:lnTo>
                <a:lnTo>
                  <a:pt x="60" y="146"/>
                </a:lnTo>
                <a:lnTo>
                  <a:pt x="68" y="150"/>
                </a:lnTo>
                <a:lnTo>
                  <a:pt x="68" y="150"/>
                </a:lnTo>
                <a:lnTo>
                  <a:pt x="78" y="152"/>
                </a:lnTo>
                <a:lnTo>
                  <a:pt x="152" y="152"/>
                </a:lnTo>
                <a:lnTo>
                  <a:pt x="152" y="183"/>
                </a:lnTo>
                <a:lnTo>
                  <a:pt x="85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2" name="Google Shape;1952;g34bee32ac2f_0_488"/>
          <p:cNvSpPr/>
          <p:nvPr/>
        </p:nvSpPr>
        <p:spPr>
          <a:xfrm>
            <a:off x="841217" y="377689"/>
            <a:ext cx="93168" cy="82765"/>
          </a:xfrm>
          <a:custGeom>
            <a:rect b="b" l="l" r="r" t="t"/>
            <a:pathLst>
              <a:path extrusionOk="0" h="183" w="206">
                <a:moveTo>
                  <a:pt x="167" y="183"/>
                </a:moveTo>
                <a:lnTo>
                  <a:pt x="171" y="40"/>
                </a:lnTo>
                <a:lnTo>
                  <a:pt x="124" y="183"/>
                </a:lnTo>
                <a:lnTo>
                  <a:pt x="84" y="183"/>
                </a:lnTo>
                <a:lnTo>
                  <a:pt x="35" y="40"/>
                </a:lnTo>
                <a:lnTo>
                  <a:pt x="39" y="183"/>
                </a:lnTo>
                <a:lnTo>
                  <a:pt x="0" y="183"/>
                </a:lnTo>
                <a:lnTo>
                  <a:pt x="0" y="0"/>
                </a:lnTo>
                <a:lnTo>
                  <a:pt x="56" y="0"/>
                </a:lnTo>
                <a:lnTo>
                  <a:pt x="103" y="142"/>
                </a:lnTo>
                <a:lnTo>
                  <a:pt x="150" y="0"/>
                </a:lnTo>
                <a:lnTo>
                  <a:pt x="206" y="0"/>
                </a:lnTo>
                <a:lnTo>
                  <a:pt x="206" y="183"/>
                </a:lnTo>
                <a:lnTo>
                  <a:pt x="167" y="183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3" name="Google Shape;1953;g34bee32ac2f_0_488"/>
          <p:cNvSpPr/>
          <p:nvPr/>
        </p:nvSpPr>
        <p:spPr>
          <a:xfrm>
            <a:off x="951118" y="351005"/>
            <a:ext cx="18543" cy="109448"/>
          </a:xfrm>
          <a:custGeom>
            <a:rect b="b" l="l" r="r" t="t"/>
            <a:pathLst>
              <a:path extrusionOk="0" h="242" w="41">
                <a:moveTo>
                  <a:pt x="0" y="37"/>
                </a:moveTo>
                <a:lnTo>
                  <a:pt x="0" y="0"/>
                </a:lnTo>
                <a:lnTo>
                  <a:pt x="41" y="0"/>
                </a:lnTo>
                <a:lnTo>
                  <a:pt x="41" y="37"/>
                </a:lnTo>
                <a:lnTo>
                  <a:pt x="0" y="37"/>
                </a:lnTo>
                <a:close/>
                <a:moveTo>
                  <a:pt x="0" y="242"/>
                </a:moveTo>
                <a:lnTo>
                  <a:pt x="0" y="59"/>
                </a:lnTo>
                <a:lnTo>
                  <a:pt x="41" y="59"/>
                </a:lnTo>
                <a:lnTo>
                  <a:pt x="41" y="242"/>
                </a:lnTo>
                <a:lnTo>
                  <a:pt x="0" y="242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17150" lIns="34275" spcFirstLastPara="1" rIns="34275" wrap="square" tIns="1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4" name="Google Shape;1954;g34bee32ac2f_0_488"/>
          <p:cNvSpPr/>
          <p:nvPr/>
        </p:nvSpPr>
        <p:spPr>
          <a:xfrm>
            <a:off x="3372225" y="802181"/>
            <a:ext cx="1893900" cy="46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latin typeface="Calibri"/>
                <a:ea typeface="Calibri"/>
                <a:cs typeface="Calibri"/>
                <a:sym typeface="Calibri"/>
              </a:rPr>
              <a:t>App</a:t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5" name="Google Shape;1955;g34bee32ac2f_0_488"/>
          <p:cNvSpPr/>
          <p:nvPr/>
        </p:nvSpPr>
        <p:spPr>
          <a:xfrm>
            <a:off x="1478391" y="3135150"/>
            <a:ext cx="1893900" cy="501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latin typeface="Calibri"/>
                <a:ea typeface="Calibri"/>
                <a:cs typeface="Calibri"/>
                <a:sym typeface="Calibri"/>
              </a:rPr>
              <a:t>Form</a:t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6" name="Google Shape;1956;g34bee32ac2f_0_488"/>
          <p:cNvSpPr/>
          <p:nvPr/>
        </p:nvSpPr>
        <p:spPr>
          <a:xfrm>
            <a:off x="5266041" y="3135150"/>
            <a:ext cx="1893900" cy="501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latin typeface="Calibri"/>
                <a:ea typeface="Calibri"/>
                <a:cs typeface="Calibri"/>
                <a:sym typeface="Calibri"/>
              </a:rPr>
              <a:t>List</a:t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7" name="Google Shape;1957;g34bee32ac2f_0_488"/>
          <p:cNvSpPr/>
          <p:nvPr/>
        </p:nvSpPr>
        <p:spPr>
          <a:xfrm>
            <a:off x="3372225" y="1514944"/>
            <a:ext cx="1893900" cy="371400"/>
          </a:xfrm>
          <a:prstGeom prst="rect">
            <a:avLst/>
          </a:prstGeom>
          <a:solidFill>
            <a:srgbClr val="FF99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latin typeface="Calibri"/>
                <a:ea typeface="Calibri"/>
                <a:cs typeface="Calibri"/>
                <a:sym typeface="Calibri"/>
              </a:rPr>
              <a:t>items</a:t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8" name="Google Shape;1958;g34bee32ac2f_0_488"/>
          <p:cNvSpPr/>
          <p:nvPr/>
        </p:nvSpPr>
        <p:spPr>
          <a:xfrm>
            <a:off x="3372225" y="1931063"/>
            <a:ext cx="1893900" cy="371400"/>
          </a:xfrm>
          <a:prstGeom prst="rect">
            <a:avLst/>
          </a:prstGeom>
          <a:solidFill>
            <a:srgbClr val="CE917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latin typeface="Calibri"/>
                <a:ea typeface="Calibri"/>
                <a:cs typeface="Calibri"/>
                <a:sym typeface="Calibri"/>
              </a:rPr>
              <a:t>add_item()</a:t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9" name="Google Shape;1959;g34bee32ac2f_0_488"/>
          <p:cNvSpPr/>
          <p:nvPr/>
        </p:nvSpPr>
        <p:spPr>
          <a:xfrm rot="5400000">
            <a:off x="5318156" y="1862625"/>
            <a:ext cx="1288800" cy="846300"/>
          </a:xfrm>
          <a:prstGeom prst="bentArrow">
            <a:avLst>
              <a:gd fmla="val 25000" name="adj1"/>
              <a:gd fmla="val 25000" name="adj2"/>
              <a:gd fmla="val 24271" name="adj3"/>
              <a:gd fmla="val 45927" name="adj4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0" name="Google Shape;1960;g34bee32ac2f_0_488"/>
          <p:cNvSpPr/>
          <p:nvPr/>
        </p:nvSpPr>
        <p:spPr>
          <a:xfrm flipH="1" rot="-5400000">
            <a:off x="2283881" y="2025863"/>
            <a:ext cx="832200" cy="846300"/>
          </a:xfrm>
          <a:prstGeom prst="bentArrow">
            <a:avLst>
              <a:gd fmla="val 25000" name="adj1"/>
              <a:gd fmla="val 25000" name="adj2"/>
              <a:gd fmla="val 24271" name="adj3"/>
              <a:gd fmla="val 45927" name="adj4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1" name="Google Shape;1961;g34bee32ac2f_0_488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6" name="Shape 1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7" name="Google Shape;1967;g34bee32ac2f_0_614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8" name="Google Shape;1968;g34bee32ac2f_0_614"/>
          <p:cNvSpPr txBox="1"/>
          <p:nvPr/>
        </p:nvSpPr>
        <p:spPr>
          <a:xfrm>
            <a:off x="1058399" y="2242125"/>
            <a:ext cx="434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 Öğreniyoruz?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3" name="Shape 1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4" name="Google Shape;1974;g34d035355bd_0_6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1975" name="Google Shape;1975;g34d035355bd_0_6"/>
          <p:cNvSpPr txBox="1"/>
          <p:nvPr/>
        </p:nvSpPr>
        <p:spPr>
          <a:xfrm>
            <a:off x="1596505" y="1002400"/>
            <a:ext cx="1693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 Öğreniyoruz?</a:t>
            </a:r>
            <a:endParaRPr b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6" name="Google Shape;1976;g34d035355bd_0_6"/>
          <p:cNvSpPr txBox="1"/>
          <p:nvPr/>
        </p:nvSpPr>
        <p:spPr>
          <a:xfrm>
            <a:off x="1756423" y="1500075"/>
            <a:ext cx="2664300" cy="181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React Events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State Nedir?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State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ShoppingList Projesi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Form Data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MovieApp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Component Compositions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7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7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7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7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7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7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7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7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1" name="Shape 1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2" name="Google Shape;1982;g34d9c7f49ce_2_1415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3" name="Google Shape;1983;g34d9c7f49ce_2_1415"/>
          <p:cNvSpPr txBox="1"/>
          <p:nvPr/>
        </p:nvSpPr>
        <p:spPr>
          <a:xfrm>
            <a:off x="1058399" y="2242125"/>
            <a:ext cx="434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Domain Adı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8" name="Shape 1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9" name="Google Shape;1989;g34d9c7f49ce_2_1450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90" name="Google Shape;1990;g34d9c7f49ce_2_1450" title="vscode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375" y="1882424"/>
            <a:ext cx="2010775" cy="100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1" name="Google Shape;1991;g34d9c7f49ce_2_145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496378" y="2100687"/>
            <a:ext cx="455125" cy="5689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992" name="Google Shape;1992;g34d9c7f49ce_2_1450"/>
          <p:cNvCxnSpPr/>
          <p:nvPr/>
        </p:nvCxnSpPr>
        <p:spPr>
          <a:xfrm>
            <a:off x="3582213" y="2385125"/>
            <a:ext cx="3714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1993" name="Google Shape;1993;g34d9c7f49ce_2_145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43926" y="1641774"/>
            <a:ext cx="1486725" cy="148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994" name="Google Shape;1994;g34d9c7f49ce_2_1450"/>
          <p:cNvSpPr txBox="1"/>
          <p:nvPr/>
        </p:nvSpPr>
        <p:spPr>
          <a:xfrm>
            <a:off x="6510725" y="799450"/>
            <a:ext cx="2258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c:\\website\index.html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5" name="Google Shape;1995;g34d9c7f49ce_2_1450"/>
          <p:cNvSpPr/>
          <p:nvPr/>
        </p:nvSpPr>
        <p:spPr>
          <a:xfrm>
            <a:off x="4292073" y="2134475"/>
            <a:ext cx="1552200" cy="501300"/>
          </a:xfrm>
          <a:prstGeom prst="rect">
            <a:avLst/>
          </a:prstGeom>
          <a:solidFill>
            <a:srgbClr val="FF99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latin typeface="Calibri"/>
                <a:ea typeface="Calibri"/>
                <a:cs typeface="Calibri"/>
                <a:sym typeface="Calibri"/>
              </a:rPr>
              <a:t>LOCAL SERVER</a:t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6" name="Google Shape;1996;g34d9c7f49ce_2_1450"/>
          <p:cNvSpPr txBox="1"/>
          <p:nvPr/>
        </p:nvSpPr>
        <p:spPr>
          <a:xfrm>
            <a:off x="6510725" y="1170925"/>
            <a:ext cx="3037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http://localhost:5000/index.html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97" name="Google Shape;1997;g34d9c7f49ce_2_1450"/>
          <p:cNvCxnSpPr/>
          <p:nvPr/>
        </p:nvCxnSpPr>
        <p:spPr>
          <a:xfrm>
            <a:off x="6008400" y="2385125"/>
            <a:ext cx="3714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998" name="Google Shape;1998;g34d9c7f49ce_2_1450"/>
          <p:cNvCxnSpPr/>
          <p:nvPr/>
        </p:nvCxnSpPr>
        <p:spPr>
          <a:xfrm>
            <a:off x="5068175" y="2753425"/>
            <a:ext cx="0" cy="3507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999" name="Google Shape;1999;g34d9c7f49ce_2_1450"/>
          <p:cNvSpPr txBox="1"/>
          <p:nvPr/>
        </p:nvSpPr>
        <p:spPr>
          <a:xfrm>
            <a:off x="4630775" y="3290600"/>
            <a:ext cx="9465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live server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0" name="Google Shape;2000;g34d9c7f49ce_2_1450"/>
          <p:cNvSpPr txBox="1"/>
          <p:nvPr/>
        </p:nvSpPr>
        <p:spPr>
          <a:xfrm>
            <a:off x="4630775" y="3583100"/>
            <a:ext cx="9465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node.js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1" name="Google Shape;2001;g34d9c7f49ce_2_1450"/>
          <p:cNvSpPr txBox="1"/>
          <p:nvPr/>
        </p:nvSpPr>
        <p:spPr>
          <a:xfrm>
            <a:off x="4630775" y="3875600"/>
            <a:ext cx="9465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.net core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2" name="Google Shape;2002;g34d9c7f49ce_2_1450"/>
          <p:cNvSpPr txBox="1"/>
          <p:nvPr/>
        </p:nvSpPr>
        <p:spPr>
          <a:xfrm>
            <a:off x="-1" y="0"/>
            <a:ext cx="4342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Domain Adı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7" name="Shape 2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8" name="Google Shape;2008;g34d9c7f49ce_2_1468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009" name="Google Shape;2009;g34d9c7f49ce_2_1468"/>
          <p:cNvCxnSpPr/>
          <p:nvPr/>
        </p:nvCxnSpPr>
        <p:spPr>
          <a:xfrm>
            <a:off x="3223863" y="2392125"/>
            <a:ext cx="3714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010" name="Google Shape;2010;g34d9c7f49ce_2_1468"/>
          <p:cNvSpPr txBox="1"/>
          <p:nvPr/>
        </p:nvSpPr>
        <p:spPr>
          <a:xfrm>
            <a:off x="6143350" y="2245875"/>
            <a:ext cx="2258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c:\\sadikturan\index.html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g34d9c7f49ce_2_1468"/>
          <p:cNvSpPr/>
          <p:nvPr/>
        </p:nvSpPr>
        <p:spPr>
          <a:xfrm>
            <a:off x="1321000" y="2168825"/>
            <a:ext cx="1351200" cy="432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latin typeface="Calibri"/>
                <a:ea typeface="Calibri"/>
                <a:cs typeface="Calibri"/>
                <a:sym typeface="Calibri"/>
              </a:rPr>
              <a:t>Web </a:t>
            </a:r>
            <a:r>
              <a:rPr b="1" lang="tr-TR" sz="1500">
                <a:latin typeface="Calibri"/>
                <a:ea typeface="Calibri"/>
                <a:cs typeface="Calibri"/>
                <a:sym typeface="Calibri"/>
              </a:rPr>
              <a:t>App</a:t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2" name="Google Shape;2012;g34d9c7f49ce_2_1468"/>
          <p:cNvSpPr/>
          <p:nvPr/>
        </p:nvSpPr>
        <p:spPr>
          <a:xfrm>
            <a:off x="4353050" y="2175825"/>
            <a:ext cx="1518000" cy="432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latin typeface="Calibri"/>
                <a:ea typeface="Calibri"/>
                <a:cs typeface="Calibri"/>
                <a:sym typeface="Calibri"/>
              </a:rPr>
              <a:t>HOSTİNG</a:t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3" name="Google Shape;2013;g34d9c7f49ce_2_1468"/>
          <p:cNvSpPr/>
          <p:nvPr/>
        </p:nvSpPr>
        <p:spPr>
          <a:xfrm>
            <a:off x="6401675" y="3253675"/>
            <a:ext cx="1518000" cy="432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latin typeface="Calibri"/>
                <a:ea typeface="Calibri"/>
                <a:cs typeface="Calibri"/>
                <a:sym typeface="Calibri"/>
              </a:rPr>
              <a:t>sadikturan.com</a:t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14" name="Google Shape;2014;g34d9c7f49ce_2_14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240" y="2107687"/>
            <a:ext cx="455125" cy="568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5" name="Google Shape;2015;g34d9c7f49ce_2_14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3890" y="2100687"/>
            <a:ext cx="455125" cy="5689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16" name="Google Shape;2016;g34d9c7f49ce_2_1468"/>
          <p:cNvCxnSpPr/>
          <p:nvPr/>
        </p:nvCxnSpPr>
        <p:spPr>
          <a:xfrm>
            <a:off x="7160675" y="2645050"/>
            <a:ext cx="0" cy="3585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2017" name="Google Shape;2017;g34d9c7f49ce_2_146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16433" y="1150029"/>
            <a:ext cx="591225" cy="73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018" name="Google Shape;2018;g34d9c7f49ce_2_1468"/>
          <p:cNvSpPr txBox="1"/>
          <p:nvPr/>
        </p:nvSpPr>
        <p:spPr>
          <a:xfrm>
            <a:off x="-1" y="0"/>
            <a:ext cx="4342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Domain Adı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3" name="Shape 2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4" name="Google Shape;2024;g34d9c7f49ce_2_1494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g34d9c7f49ce_2_1494"/>
          <p:cNvSpPr/>
          <p:nvPr/>
        </p:nvSpPr>
        <p:spPr>
          <a:xfrm>
            <a:off x="1685175" y="1901675"/>
            <a:ext cx="1518000" cy="432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latin typeface="Calibri"/>
                <a:ea typeface="Calibri"/>
                <a:cs typeface="Calibri"/>
                <a:sym typeface="Calibri"/>
              </a:rPr>
              <a:t>Domain Adı</a:t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6" name="Google Shape;2026;g34d9c7f49ce_2_1494"/>
          <p:cNvSpPr/>
          <p:nvPr/>
        </p:nvSpPr>
        <p:spPr>
          <a:xfrm>
            <a:off x="5543800" y="1901675"/>
            <a:ext cx="1518000" cy="432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latin typeface="Calibri"/>
                <a:ea typeface="Calibri"/>
                <a:cs typeface="Calibri"/>
                <a:sym typeface="Calibri"/>
              </a:rPr>
              <a:t>Hosting</a:t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27" name="Google Shape;2027;g34d9c7f49ce_2_1494"/>
          <p:cNvCxnSpPr/>
          <p:nvPr/>
        </p:nvCxnSpPr>
        <p:spPr>
          <a:xfrm>
            <a:off x="3723350" y="2128300"/>
            <a:ext cx="12429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028" name="Google Shape;2028;g34d9c7f49ce_2_1494"/>
          <p:cNvSpPr txBox="1"/>
          <p:nvPr/>
        </p:nvSpPr>
        <p:spPr>
          <a:xfrm>
            <a:off x="3638163" y="1619500"/>
            <a:ext cx="1697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DNS Yönlendirme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g34d9c7f49ce_2_1494"/>
          <p:cNvSpPr txBox="1"/>
          <p:nvPr/>
        </p:nvSpPr>
        <p:spPr>
          <a:xfrm>
            <a:off x="1795872" y="2742050"/>
            <a:ext cx="1296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sadikturan.com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030" name="Google Shape;2030;g34d9c7f49ce_2_1494"/>
          <p:cNvCxnSpPr/>
          <p:nvPr/>
        </p:nvCxnSpPr>
        <p:spPr>
          <a:xfrm>
            <a:off x="3723350" y="2888300"/>
            <a:ext cx="12429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031" name="Google Shape;2031;g34d9c7f49ce_2_1494"/>
          <p:cNvSpPr txBox="1"/>
          <p:nvPr/>
        </p:nvSpPr>
        <p:spPr>
          <a:xfrm>
            <a:off x="5543802" y="2742050"/>
            <a:ext cx="2162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c:\\sadikturan\index.html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g34d9c7f49ce_2_1494"/>
          <p:cNvSpPr txBox="1"/>
          <p:nvPr/>
        </p:nvSpPr>
        <p:spPr>
          <a:xfrm>
            <a:off x="-1" y="0"/>
            <a:ext cx="4342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Domain Adı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7" name="Shape 20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8" name="Google Shape;2038;g34d9c7f49ce_2_1517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9" name="Google Shape;2039;g34d9c7f49ce_2_1517"/>
          <p:cNvSpPr txBox="1"/>
          <p:nvPr/>
        </p:nvSpPr>
        <p:spPr>
          <a:xfrm>
            <a:off x="1058399" y="2242125"/>
            <a:ext cx="434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Barındırma Hizmeti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4" name="Shape 2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5" name="Google Shape;2045;g34d9c7f49ce_2_1523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g34d9c7f49ce_2_1523"/>
          <p:cNvSpPr/>
          <p:nvPr/>
        </p:nvSpPr>
        <p:spPr>
          <a:xfrm>
            <a:off x="608275" y="1464488"/>
            <a:ext cx="1518000" cy="432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latin typeface="Calibri"/>
                <a:ea typeface="Calibri"/>
                <a:cs typeface="Calibri"/>
                <a:sym typeface="Calibri"/>
              </a:rPr>
              <a:t>Domain Adı</a:t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7" name="Google Shape;2047;g34d9c7f49ce_2_1523"/>
          <p:cNvSpPr/>
          <p:nvPr/>
        </p:nvSpPr>
        <p:spPr>
          <a:xfrm>
            <a:off x="4037990" y="1464500"/>
            <a:ext cx="1868400" cy="432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latin typeface="Calibri"/>
                <a:ea typeface="Calibri"/>
                <a:cs typeface="Calibri"/>
                <a:sym typeface="Calibri"/>
              </a:rPr>
              <a:t>Barındırma Hizmeti</a:t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48" name="Google Shape;2048;g34d9c7f49ce_2_1523"/>
          <p:cNvCxnSpPr/>
          <p:nvPr/>
        </p:nvCxnSpPr>
        <p:spPr>
          <a:xfrm>
            <a:off x="2460675" y="1691113"/>
            <a:ext cx="12429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049" name="Google Shape;2049;g34d9c7f49ce_2_1523"/>
          <p:cNvSpPr txBox="1"/>
          <p:nvPr/>
        </p:nvSpPr>
        <p:spPr>
          <a:xfrm>
            <a:off x="2375488" y="1182313"/>
            <a:ext cx="1697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DNS Yönlendirme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0" name="Google Shape;2050;g34d9c7f49ce_2_1523"/>
          <p:cNvSpPr txBox="1"/>
          <p:nvPr/>
        </p:nvSpPr>
        <p:spPr>
          <a:xfrm>
            <a:off x="-1" y="0"/>
            <a:ext cx="4342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Barındırma Hizmeti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1" name="Google Shape;2051;g34d9c7f49ce_2_1523"/>
          <p:cNvSpPr/>
          <p:nvPr/>
        </p:nvSpPr>
        <p:spPr>
          <a:xfrm>
            <a:off x="4037990" y="2655200"/>
            <a:ext cx="1868400" cy="432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latin typeface="Calibri"/>
                <a:ea typeface="Calibri"/>
                <a:cs typeface="Calibri"/>
                <a:sym typeface="Calibri"/>
              </a:rPr>
              <a:t>Server</a:t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2" name="Google Shape;2052;g34d9c7f49ce_2_1523"/>
          <p:cNvSpPr/>
          <p:nvPr/>
        </p:nvSpPr>
        <p:spPr>
          <a:xfrm>
            <a:off x="4037990" y="3214200"/>
            <a:ext cx="1868400" cy="432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latin typeface="Calibri"/>
                <a:ea typeface="Calibri"/>
                <a:cs typeface="Calibri"/>
                <a:sym typeface="Calibri"/>
              </a:rPr>
              <a:t>VDS</a:t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3" name="Google Shape;2053;g34d9c7f49ce_2_1523"/>
          <p:cNvSpPr/>
          <p:nvPr/>
        </p:nvSpPr>
        <p:spPr>
          <a:xfrm>
            <a:off x="4037990" y="3773200"/>
            <a:ext cx="1868400" cy="432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latin typeface="Calibri"/>
                <a:ea typeface="Calibri"/>
                <a:cs typeface="Calibri"/>
                <a:sym typeface="Calibri"/>
              </a:rPr>
              <a:t>Hosting</a:t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4" name="Google Shape;2054;g34d9c7f49ce_2_1523"/>
          <p:cNvSpPr/>
          <p:nvPr/>
        </p:nvSpPr>
        <p:spPr>
          <a:xfrm>
            <a:off x="6667315" y="2655200"/>
            <a:ext cx="1868400" cy="432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latin typeface="Calibri"/>
                <a:ea typeface="Calibri"/>
                <a:cs typeface="Calibri"/>
                <a:sym typeface="Calibri"/>
              </a:rPr>
              <a:t>Azure</a:t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5" name="Google Shape;2055;g34d9c7f49ce_2_1523"/>
          <p:cNvSpPr/>
          <p:nvPr/>
        </p:nvSpPr>
        <p:spPr>
          <a:xfrm>
            <a:off x="6667315" y="3214200"/>
            <a:ext cx="1868400" cy="432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latin typeface="Calibri"/>
                <a:ea typeface="Calibri"/>
                <a:cs typeface="Calibri"/>
                <a:sym typeface="Calibri"/>
              </a:rPr>
              <a:t>Amazon AWS</a:t>
            </a:r>
            <a:endParaRPr b="1" sz="15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6" name="Google Shape;2056;g34d9c7f49ce_2_15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76583" y="450579"/>
            <a:ext cx="591225" cy="73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7" name="Google Shape;2057;g34d9c7f49ce_2_1523" title="image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16525" y="233823"/>
            <a:ext cx="731750" cy="73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8" name="Google Shape;2058;g34d9c7f49ce_2_1523" title="NET_Core-1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906975" y="76289"/>
            <a:ext cx="1046825" cy="1046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9" name="Google Shape;2059;g34d9c7f49ce_2_1523" title="3204_3204_mssql-1-en-us-en-U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437600" y="1049624"/>
            <a:ext cx="890320" cy="73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0" name="Google Shape;2060;g34d9c7f49ce_2_1523" title="MySQL-Logo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485563" y="1075460"/>
            <a:ext cx="1088123" cy="6800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5" name="Shape 2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6" name="Google Shape;2066;g34d9c7f49ce_2_1550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7" name="Google Shape;2067;g34d9c7f49ce_2_1550"/>
          <p:cNvSpPr txBox="1"/>
          <p:nvPr/>
        </p:nvSpPr>
        <p:spPr>
          <a:xfrm>
            <a:off x="1058399" y="2242125"/>
            <a:ext cx="434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Eposta Hesabı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2" name="Shape 2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3" name="Google Shape;2073;g3526defc488_2_1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tr-TR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i="0" lang="tr-TR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4" name="Google Shape;2074;g3526defc488_2_1"/>
          <p:cNvSpPr txBox="1"/>
          <p:nvPr/>
        </p:nvSpPr>
        <p:spPr>
          <a:xfrm>
            <a:off x="1058399" y="2242125"/>
            <a:ext cx="434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tr-T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Bölüm Hakkında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9" name="Shape 2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0" name="Google Shape;2080;g3526defc488_2_8"/>
          <p:cNvSpPr txBox="1"/>
          <p:nvPr/>
        </p:nvSpPr>
        <p:spPr>
          <a:xfrm>
            <a:off x="6948264" y="4587974"/>
            <a:ext cx="216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2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sadikturan</a:t>
            </a:r>
            <a:r>
              <a:rPr b="1" lang="tr-TR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.com</a:t>
            </a:r>
            <a:endParaRPr/>
          </a:p>
        </p:txBody>
      </p:sp>
      <p:sp>
        <p:nvSpPr>
          <p:cNvPr id="2081" name="Google Shape;2081;g3526defc488_2_8"/>
          <p:cNvSpPr txBox="1"/>
          <p:nvPr/>
        </p:nvSpPr>
        <p:spPr>
          <a:xfrm>
            <a:off x="1596505" y="1002400"/>
            <a:ext cx="1693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tr-T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 Öğreniyoruz?</a:t>
            </a:r>
            <a:endParaRPr b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2" name="Google Shape;2082;g3526defc488_2_8"/>
          <p:cNvSpPr txBox="1"/>
          <p:nvPr/>
        </p:nvSpPr>
        <p:spPr>
          <a:xfrm>
            <a:off x="1756426" y="1500075"/>
            <a:ext cx="3478200" cy="22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Domain Adı Nedir?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Barındırma Hizmeti Nedir?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Statik Site Yayınlama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SSL Sertifikası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FTP ile Site Yayınlama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 Veri Tabanı Ekleme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Asp.net Core Projesi Yayınlama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1" lang="tr-T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Eposta Hesabı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08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08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08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08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08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08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08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08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08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08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is Teması">
  <a:themeElements>
    <a:clrScheme name="Ofis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is Teması">
  <a:themeElements>
    <a:clrScheme name="Ofis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2017-06-18T12:02:11Z</dcterms:created>
  <dc:creator>sadikturan</dc:creator>
</cp:coreProperties>
</file>